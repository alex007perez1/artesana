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serrat Bold" charset="1" panose="00000800000000000000"/>
      <p:regular r:id="rId20"/>
    </p:embeddedFont>
    <p:embeddedFont>
      <p:font typeface="Georgia" charset="1" panose="02040502050405020303"/>
      <p:regular r:id="rId21"/>
    </p:embeddedFont>
    <p:embeddedFont>
      <p:font typeface="Montserrat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402014" y="1028700"/>
            <a:ext cx="9483973" cy="6704261"/>
            <a:chOff x="0" y="0"/>
            <a:chExt cx="6602146" cy="4667085"/>
          </a:xfrm>
        </p:grpSpPr>
        <p:sp>
          <p:nvSpPr>
            <p:cNvPr name="Freeform 5" id="5" descr="1_20260517_195608_0000.png"/>
            <p:cNvSpPr/>
            <p:nvPr/>
          </p:nvSpPr>
          <p:spPr>
            <a:xfrm flipH="false" flipV="false" rot="0">
              <a:off x="0" y="0"/>
              <a:ext cx="6602095" cy="4667123"/>
            </a:xfrm>
            <a:custGeom>
              <a:avLst/>
              <a:gdLst/>
              <a:ahLst/>
              <a:cxnLst/>
              <a:rect r="r" b="b" t="t" l="l"/>
              <a:pathLst>
                <a:path h="4667123" w="6602095">
                  <a:moveTo>
                    <a:pt x="0" y="0"/>
                  </a:moveTo>
                  <a:lnTo>
                    <a:pt x="6602095" y="0"/>
                  </a:lnTo>
                  <a:lnTo>
                    <a:pt x="6602095" y="4667123"/>
                  </a:lnTo>
                  <a:lnTo>
                    <a:pt x="0" y="4667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13407" y="6567166"/>
            <a:ext cx="4461186" cy="521618"/>
            <a:chOff x="0" y="0"/>
            <a:chExt cx="5948248" cy="6954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48299" cy="695579"/>
            </a:xfrm>
            <a:custGeom>
              <a:avLst/>
              <a:gdLst/>
              <a:ahLst/>
              <a:cxnLst/>
              <a:rect r="r" b="b" t="t" l="l"/>
              <a:pathLst>
                <a:path h="695579" w="5948299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5832348" y="0"/>
                  </a:lnTo>
                  <a:cubicBezTo>
                    <a:pt x="5896356" y="0"/>
                    <a:pt x="5948299" y="51943"/>
                    <a:pt x="5948299" y="115951"/>
                  </a:cubicBezTo>
                  <a:lnTo>
                    <a:pt x="5948299" y="579628"/>
                  </a:lnTo>
                  <a:cubicBezTo>
                    <a:pt x="5948299" y="643636"/>
                    <a:pt x="5896356" y="695579"/>
                    <a:pt x="5832348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73213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229382" y="6708975"/>
            <a:ext cx="182924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CATALOGO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3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236039" cy="10295039"/>
            <a:chOff x="0" y="0"/>
            <a:chExt cx="10981385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8143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3235" y="1304039"/>
            <a:ext cx="6177029" cy="6657461"/>
            <a:chOff x="0" y="0"/>
            <a:chExt cx="8236039" cy="8876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077" cy="8876665"/>
            </a:xfrm>
            <a:custGeom>
              <a:avLst/>
              <a:gdLst/>
              <a:ahLst/>
              <a:cxnLst/>
              <a:rect r="r" b="b" t="t" l="l"/>
              <a:pathLst>
                <a:path h="8876665" w="8236077">
                  <a:moveTo>
                    <a:pt x="0" y="1372743"/>
                  </a:moveTo>
                  <a:cubicBezTo>
                    <a:pt x="0" y="614553"/>
                    <a:pt x="614553" y="0"/>
                    <a:pt x="1372743" y="0"/>
                  </a:cubicBezTo>
                  <a:lnTo>
                    <a:pt x="6863334" y="0"/>
                  </a:lnTo>
                  <a:cubicBezTo>
                    <a:pt x="7621397" y="0"/>
                    <a:pt x="8236077" y="614553"/>
                    <a:pt x="8236077" y="1372743"/>
                  </a:cubicBezTo>
                  <a:lnTo>
                    <a:pt x="8236077" y="7503922"/>
                  </a:lnTo>
                  <a:cubicBezTo>
                    <a:pt x="8236077" y="8261985"/>
                    <a:pt x="7621524" y="8876665"/>
                    <a:pt x="6863334" y="8876665"/>
                  </a:cubicBezTo>
                  <a:lnTo>
                    <a:pt x="1372743" y="8876665"/>
                  </a:lnTo>
                  <a:cubicBezTo>
                    <a:pt x="614553" y="8876665"/>
                    <a:pt x="0" y="8261985"/>
                    <a:pt x="0" y="75039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60445" y="3645960"/>
            <a:ext cx="2127647" cy="521618"/>
            <a:chOff x="0" y="0"/>
            <a:chExt cx="2836862" cy="695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6926" cy="695579"/>
            </a:xfrm>
            <a:custGeom>
              <a:avLst/>
              <a:gdLst/>
              <a:ahLst/>
              <a:cxnLst/>
              <a:rect r="r" b="b" t="t" l="l"/>
              <a:pathLst>
                <a:path h="695579" w="2836926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720975" y="0"/>
                  </a:lnTo>
                  <a:cubicBezTo>
                    <a:pt x="2784983" y="0"/>
                    <a:pt x="2836926" y="51943"/>
                    <a:pt x="2836926" y="115951"/>
                  </a:cubicBezTo>
                  <a:lnTo>
                    <a:pt x="2836926" y="579628"/>
                  </a:lnTo>
                  <a:cubicBezTo>
                    <a:pt x="2836926" y="643636"/>
                    <a:pt x="2784983" y="695579"/>
                    <a:pt x="272097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21445" y="3645960"/>
            <a:ext cx="1647206" cy="521618"/>
            <a:chOff x="0" y="0"/>
            <a:chExt cx="2196274" cy="695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6338" cy="695579"/>
            </a:xfrm>
            <a:custGeom>
              <a:avLst/>
              <a:gdLst/>
              <a:ahLst/>
              <a:cxnLst/>
              <a:rect r="r" b="b" t="t" l="l"/>
              <a:pathLst>
                <a:path h="695579" w="2196338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080387" y="0"/>
                  </a:lnTo>
                  <a:cubicBezTo>
                    <a:pt x="2144395" y="0"/>
                    <a:pt x="2196338" y="51943"/>
                    <a:pt x="2196338" y="115951"/>
                  </a:cubicBezTo>
                  <a:lnTo>
                    <a:pt x="2196338" y="579628"/>
                  </a:lnTo>
                  <a:cubicBezTo>
                    <a:pt x="2196338" y="643636"/>
                    <a:pt x="2144395" y="695579"/>
                    <a:pt x="2080387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7321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50920" y="4405132"/>
            <a:ext cx="3752736" cy="1501550"/>
            <a:chOff x="0" y="0"/>
            <a:chExt cx="5003648" cy="20020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4978146" cy="1976628"/>
            </a:xfrm>
            <a:custGeom>
              <a:avLst/>
              <a:gdLst/>
              <a:ahLst/>
              <a:cxnLst/>
              <a:rect r="r" b="b" t="t" l="l"/>
              <a:pathLst>
                <a:path h="1976628" w="4978146">
                  <a:moveTo>
                    <a:pt x="0" y="329438"/>
                  </a:moveTo>
                  <a:cubicBezTo>
                    <a:pt x="0" y="147447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47447"/>
                    <a:pt x="4978146" y="329438"/>
                  </a:cubicBezTo>
                  <a:lnTo>
                    <a:pt x="4978146" y="1647190"/>
                  </a:lnTo>
                  <a:cubicBezTo>
                    <a:pt x="4978146" y="1829181"/>
                    <a:pt x="4829556" y="1976628"/>
                    <a:pt x="4646168" y="1976628"/>
                  </a:cubicBezTo>
                  <a:lnTo>
                    <a:pt x="331978" y="1976628"/>
                  </a:lnTo>
                  <a:cubicBezTo>
                    <a:pt x="148590" y="1976628"/>
                    <a:pt x="0" y="1829181"/>
                    <a:pt x="0" y="16471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03546" cy="2002028"/>
            </a:xfrm>
            <a:custGeom>
              <a:avLst/>
              <a:gdLst/>
              <a:ahLst/>
              <a:cxnLst/>
              <a:rect r="r" b="b" t="t" l="l"/>
              <a:pathLst>
                <a:path h="2002028" w="5003546">
                  <a:moveTo>
                    <a:pt x="0" y="342138"/>
                  </a:moveTo>
                  <a:cubicBezTo>
                    <a:pt x="0" y="153035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2700"/>
                  </a:lnTo>
                  <a:lnTo>
                    <a:pt x="4658868" y="0"/>
                  </a:lnTo>
                  <a:cubicBezTo>
                    <a:pt x="4849114" y="0"/>
                    <a:pt x="5003546" y="153035"/>
                    <a:pt x="5003546" y="342138"/>
                  </a:cubicBezTo>
                  <a:lnTo>
                    <a:pt x="4990846" y="342138"/>
                  </a:lnTo>
                  <a:lnTo>
                    <a:pt x="5003546" y="342138"/>
                  </a:lnTo>
                  <a:lnTo>
                    <a:pt x="5003546" y="1659890"/>
                  </a:lnTo>
                  <a:lnTo>
                    <a:pt x="4990846" y="1659890"/>
                  </a:lnTo>
                  <a:lnTo>
                    <a:pt x="5003546" y="1659890"/>
                  </a:lnTo>
                  <a:cubicBezTo>
                    <a:pt x="5003546" y="1848993"/>
                    <a:pt x="4849114" y="2002028"/>
                    <a:pt x="4658868" y="2002028"/>
                  </a:cubicBezTo>
                  <a:lnTo>
                    <a:pt x="4658868" y="1989328"/>
                  </a:lnTo>
                  <a:lnTo>
                    <a:pt x="4658868" y="2002028"/>
                  </a:lnTo>
                  <a:lnTo>
                    <a:pt x="344678" y="2002028"/>
                  </a:lnTo>
                  <a:lnTo>
                    <a:pt x="344678" y="1989328"/>
                  </a:lnTo>
                  <a:lnTo>
                    <a:pt x="344678" y="2002028"/>
                  </a:lnTo>
                  <a:cubicBezTo>
                    <a:pt x="154432" y="2002028"/>
                    <a:pt x="0" y="1848993"/>
                    <a:pt x="0" y="1659890"/>
                  </a:cubicBezTo>
                  <a:lnTo>
                    <a:pt x="0" y="342138"/>
                  </a:lnTo>
                  <a:lnTo>
                    <a:pt x="12700" y="342138"/>
                  </a:lnTo>
                  <a:lnTo>
                    <a:pt x="0" y="342138"/>
                  </a:lnTo>
                  <a:moveTo>
                    <a:pt x="25400" y="342138"/>
                  </a:moveTo>
                  <a:lnTo>
                    <a:pt x="25400" y="1659890"/>
                  </a:lnTo>
                  <a:lnTo>
                    <a:pt x="12700" y="1659890"/>
                  </a:lnTo>
                  <a:lnTo>
                    <a:pt x="25400" y="1659890"/>
                  </a:lnTo>
                  <a:cubicBezTo>
                    <a:pt x="25400" y="1834769"/>
                    <a:pt x="168275" y="1976628"/>
                    <a:pt x="344678" y="1976628"/>
                  </a:cubicBezTo>
                  <a:lnTo>
                    <a:pt x="4658868" y="1976628"/>
                  </a:lnTo>
                  <a:cubicBezTo>
                    <a:pt x="4835271" y="1976628"/>
                    <a:pt x="4978146" y="1834769"/>
                    <a:pt x="4978146" y="1659890"/>
                  </a:cubicBezTo>
                  <a:lnTo>
                    <a:pt x="4978146" y="342138"/>
                  </a:lnTo>
                  <a:cubicBezTo>
                    <a:pt x="4978273" y="167259"/>
                    <a:pt x="4835398" y="25400"/>
                    <a:pt x="4658995" y="25400"/>
                  </a:cubicBezTo>
                  <a:lnTo>
                    <a:pt x="344678" y="25400"/>
                  </a:lnTo>
                  <a:lnTo>
                    <a:pt x="344678" y="12700"/>
                  </a:lnTo>
                  <a:lnTo>
                    <a:pt x="344678" y="25400"/>
                  </a:lnTo>
                  <a:cubicBezTo>
                    <a:pt x="168275" y="25400"/>
                    <a:pt x="25400" y="167259"/>
                    <a:pt x="25400" y="34213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268930" y="4405132"/>
            <a:ext cx="3752736" cy="1501550"/>
            <a:chOff x="0" y="0"/>
            <a:chExt cx="5003648" cy="20020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4978146" cy="1976628"/>
            </a:xfrm>
            <a:custGeom>
              <a:avLst/>
              <a:gdLst/>
              <a:ahLst/>
              <a:cxnLst/>
              <a:rect r="r" b="b" t="t" l="l"/>
              <a:pathLst>
                <a:path h="1976628" w="4978146">
                  <a:moveTo>
                    <a:pt x="0" y="329438"/>
                  </a:moveTo>
                  <a:cubicBezTo>
                    <a:pt x="0" y="147447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47447"/>
                    <a:pt x="4978146" y="329438"/>
                  </a:cubicBezTo>
                  <a:lnTo>
                    <a:pt x="4978146" y="1647190"/>
                  </a:lnTo>
                  <a:cubicBezTo>
                    <a:pt x="4978146" y="1829181"/>
                    <a:pt x="4829556" y="1976628"/>
                    <a:pt x="4646168" y="1976628"/>
                  </a:cubicBezTo>
                  <a:lnTo>
                    <a:pt x="331978" y="1976628"/>
                  </a:lnTo>
                  <a:cubicBezTo>
                    <a:pt x="148590" y="1976628"/>
                    <a:pt x="0" y="1829181"/>
                    <a:pt x="0" y="16471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03546" cy="2002028"/>
            </a:xfrm>
            <a:custGeom>
              <a:avLst/>
              <a:gdLst/>
              <a:ahLst/>
              <a:cxnLst/>
              <a:rect r="r" b="b" t="t" l="l"/>
              <a:pathLst>
                <a:path h="2002028" w="5003546">
                  <a:moveTo>
                    <a:pt x="0" y="342138"/>
                  </a:moveTo>
                  <a:cubicBezTo>
                    <a:pt x="0" y="153035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2700"/>
                  </a:lnTo>
                  <a:lnTo>
                    <a:pt x="4658868" y="0"/>
                  </a:lnTo>
                  <a:cubicBezTo>
                    <a:pt x="4849114" y="0"/>
                    <a:pt x="5003546" y="153035"/>
                    <a:pt x="5003546" y="342138"/>
                  </a:cubicBezTo>
                  <a:lnTo>
                    <a:pt x="4990846" y="342138"/>
                  </a:lnTo>
                  <a:lnTo>
                    <a:pt x="5003546" y="342138"/>
                  </a:lnTo>
                  <a:lnTo>
                    <a:pt x="5003546" y="1659890"/>
                  </a:lnTo>
                  <a:lnTo>
                    <a:pt x="4990846" y="1659890"/>
                  </a:lnTo>
                  <a:lnTo>
                    <a:pt x="5003546" y="1659890"/>
                  </a:lnTo>
                  <a:cubicBezTo>
                    <a:pt x="5003546" y="1848993"/>
                    <a:pt x="4849114" y="2002028"/>
                    <a:pt x="4658868" y="2002028"/>
                  </a:cubicBezTo>
                  <a:lnTo>
                    <a:pt x="4658868" y="1989328"/>
                  </a:lnTo>
                  <a:lnTo>
                    <a:pt x="4658868" y="2002028"/>
                  </a:lnTo>
                  <a:lnTo>
                    <a:pt x="344678" y="2002028"/>
                  </a:lnTo>
                  <a:lnTo>
                    <a:pt x="344678" y="1989328"/>
                  </a:lnTo>
                  <a:lnTo>
                    <a:pt x="344678" y="2002028"/>
                  </a:lnTo>
                  <a:cubicBezTo>
                    <a:pt x="154432" y="2002028"/>
                    <a:pt x="0" y="1848993"/>
                    <a:pt x="0" y="1659890"/>
                  </a:cubicBezTo>
                  <a:lnTo>
                    <a:pt x="0" y="342138"/>
                  </a:lnTo>
                  <a:lnTo>
                    <a:pt x="12700" y="342138"/>
                  </a:lnTo>
                  <a:lnTo>
                    <a:pt x="0" y="342138"/>
                  </a:lnTo>
                  <a:moveTo>
                    <a:pt x="25400" y="342138"/>
                  </a:moveTo>
                  <a:lnTo>
                    <a:pt x="25400" y="1659890"/>
                  </a:lnTo>
                  <a:lnTo>
                    <a:pt x="12700" y="1659890"/>
                  </a:lnTo>
                  <a:lnTo>
                    <a:pt x="25400" y="1659890"/>
                  </a:lnTo>
                  <a:cubicBezTo>
                    <a:pt x="25400" y="1834769"/>
                    <a:pt x="168275" y="1976628"/>
                    <a:pt x="344678" y="1976628"/>
                  </a:cubicBezTo>
                  <a:lnTo>
                    <a:pt x="4658868" y="1976628"/>
                  </a:lnTo>
                  <a:cubicBezTo>
                    <a:pt x="4835271" y="1976628"/>
                    <a:pt x="4978146" y="1834769"/>
                    <a:pt x="4978146" y="1659890"/>
                  </a:cubicBezTo>
                  <a:lnTo>
                    <a:pt x="4978146" y="342138"/>
                  </a:lnTo>
                  <a:cubicBezTo>
                    <a:pt x="4978273" y="167259"/>
                    <a:pt x="4835398" y="25400"/>
                    <a:pt x="4658995" y="25400"/>
                  </a:cubicBezTo>
                  <a:lnTo>
                    <a:pt x="344678" y="25400"/>
                  </a:lnTo>
                  <a:lnTo>
                    <a:pt x="344678" y="12700"/>
                  </a:lnTo>
                  <a:lnTo>
                    <a:pt x="344678" y="25400"/>
                  </a:lnTo>
                  <a:cubicBezTo>
                    <a:pt x="168275" y="25400"/>
                    <a:pt x="25400" y="167259"/>
                    <a:pt x="25400" y="34213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50920" y="6189602"/>
            <a:ext cx="3752736" cy="1879752"/>
            <a:chOff x="0" y="0"/>
            <a:chExt cx="5003648" cy="25063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5899"/>
              <a:ext cx="4978146" cy="2474491"/>
            </a:xfrm>
            <a:custGeom>
              <a:avLst/>
              <a:gdLst/>
              <a:ahLst/>
              <a:cxnLst/>
              <a:rect r="r" b="b" t="t" l="l"/>
              <a:pathLst>
                <a:path h="2474491" w="4978146">
                  <a:moveTo>
                    <a:pt x="0" y="412415"/>
                  </a:moveTo>
                  <a:cubicBezTo>
                    <a:pt x="0" y="184585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84585"/>
                    <a:pt x="4978146" y="412415"/>
                  </a:cubicBezTo>
                  <a:lnTo>
                    <a:pt x="4978146" y="2062076"/>
                  </a:lnTo>
                  <a:cubicBezTo>
                    <a:pt x="4978146" y="2289906"/>
                    <a:pt x="4829556" y="2474491"/>
                    <a:pt x="4646168" y="2474491"/>
                  </a:cubicBezTo>
                  <a:lnTo>
                    <a:pt x="331978" y="2474491"/>
                  </a:lnTo>
                  <a:cubicBezTo>
                    <a:pt x="148590" y="2474491"/>
                    <a:pt x="0" y="2289906"/>
                    <a:pt x="0" y="20620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03546" cy="2506289"/>
            </a:xfrm>
            <a:custGeom>
              <a:avLst/>
              <a:gdLst/>
              <a:ahLst/>
              <a:cxnLst/>
              <a:rect r="r" b="b" t="t" l="l"/>
              <a:pathLst>
                <a:path h="2506289" w="5003546">
                  <a:moveTo>
                    <a:pt x="0" y="428314"/>
                  </a:moveTo>
                  <a:cubicBezTo>
                    <a:pt x="0" y="191581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5899"/>
                  </a:lnTo>
                  <a:lnTo>
                    <a:pt x="4658868" y="0"/>
                  </a:lnTo>
                  <a:cubicBezTo>
                    <a:pt x="4849114" y="0"/>
                    <a:pt x="5003546" y="191581"/>
                    <a:pt x="5003546" y="428314"/>
                  </a:cubicBezTo>
                  <a:lnTo>
                    <a:pt x="4990846" y="428314"/>
                  </a:lnTo>
                  <a:lnTo>
                    <a:pt x="5003546" y="428314"/>
                  </a:lnTo>
                  <a:lnTo>
                    <a:pt x="5003546" y="2077975"/>
                  </a:lnTo>
                  <a:lnTo>
                    <a:pt x="4990846" y="2077975"/>
                  </a:lnTo>
                  <a:lnTo>
                    <a:pt x="5003546" y="2077975"/>
                  </a:lnTo>
                  <a:cubicBezTo>
                    <a:pt x="5003546" y="2314708"/>
                    <a:pt x="4849114" y="2506289"/>
                    <a:pt x="4658868" y="2506289"/>
                  </a:cubicBezTo>
                  <a:lnTo>
                    <a:pt x="4658868" y="2490390"/>
                  </a:lnTo>
                  <a:lnTo>
                    <a:pt x="4658868" y="2506289"/>
                  </a:lnTo>
                  <a:lnTo>
                    <a:pt x="344678" y="2506289"/>
                  </a:lnTo>
                  <a:lnTo>
                    <a:pt x="344678" y="2490390"/>
                  </a:lnTo>
                  <a:lnTo>
                    <a:pt x="344678" y="2506289"/>
                  </a:lnTo>
                  <a:cubicBezTo>
                    <a:pt x="154432" y="2506289"/>
                    <a:pt x="0" y="2314708"/>
                    <a:pt x="0" y="2077975"/>
                  </a:cubicBezTo>
                  <a:lnTo>
                    <a:pt x="0" y="428314"/>
                  </a:lnTo>
                  <a:lnTo>
                    <a:pt x="12700" y="428314"/>
                  </a:lnTo>
                  <a:lnTo>
                    <a:pt x="0" y="428314"/>
                  </a:lnTo>
                  <a:moveTo>
                    <a:pt x="25400" y="428314"/>
                  </a:moveTo>
                  <a:lnTo>
                    <a:pt x="25400" y="2077975"/>
                  </a:lnTo>
                  <a:lnTo>
                    <a:pt x="12700" y="2077975"/>
                  </a:lnTo>
                  <a:lnTo>
                    <a:pt x="25400" y="2077975"/>
                  </a:lnTo>
                  <a:cubicBezTo>
                    <a:pt x="25400" y="2296902"/>
                    <a:pt x="168275" y="2474491"/>
                    <a:pt x="344678" y="2474491"/>
                  </a:cubicBezTo>
                  <a:lnTo>
                    <a:pt x="4658868" y="2474491"/>
                  </a:lnTo>
                  <a:cubicBezTo>
                    <a:pt x="4835271" y="2474491"/>
                    <a:pt x="4978146" y="2296902"/>
                    <a:pt x="4978146" y="2077975"/>
                  </a:cubicBezTo>
                  <a:lnTo>
                    <a:pt x="4978146" y="428314"/>
                  </a:lnTo>
                  <a:cubicBezTo>
                    <a:pt x="4978273" y="209387"/>
                    <a:pt x="4835398" y="31798"/>
                    <a:pt x="4658995" y="31798"/>
                  </a:cubicBezTo>
                  <a:lnTo>
                    <a:pt x="344678" y="31798"/>
                  </a:lnTo>
                  <a:lnTo>
                    <a:pt x="344678" y="15899"/>
                  </a:lnTo>
                  <a:lnTo>
                    <a:pt x="344678" y="31798"/>
                  </a:lnTo>
                  <a:cubicBezTo>
                    <a:pt x="168275" y="31798"/>
                    <a:pt x="25400" y="209387"/>
                    <a:pt x="25400" y="428314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268930" y="6189602"/>
            <a:ext cx="3752736" cy="1879752"/>
            <a:chOff x="0" y="0"/>
            <a:chExt cx="5003648" cy="25063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5899"/>
              <a:ext cx="4978146" cy="2474491"/>
            </a:xfrm>
            <a:custGeom>
              <a:avLst/>
              <a:gdLst/>
              <a:ahLst/>
              <a:cxnLst/>
              <a:rect r="r" b="b" t="t" l="l"/>
              <a:pathLst>
                <a:path h="2474491" w="4978146">
                  <a:moveTo>
                    <a:pt x="0" y="412415"/>
                  </a:moveTo>
                  <a:cubicBezTo>
                    <a:pt x="0" y="184585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84585"/>
                    <a:pt x="4978146" y="412415"/>
                  </a:cubicBezTo>
                  <a:lnTo>
                    <a:pt x="4978146" y="2062076"/>
                  </a:lnTo>
                  <a:cubicBezTo>
                    <a:pt x="4978146" y="2289906"/>
                    <a:pt x="4829556" y="2474491"/>
                    <a:pt x="4646168" y="2474491"/>
                  </a:cubicBezTo>
                  <a:lnTo>
                    <a:pt x="331978" y="2474491"/>
                  </a:lnTo>
                  <a:cubicBezTo>
                    <a:pt x="148590" y="2474491"/>
                    <a:pt x="0" y="2289906"/>
                    <a:pt x="0" y="20620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03546" cy="2506289"/>
            </a:xfrm>
            <a:custGeom>
              <a:avLst/>
              <a:gdLst/>
              <a:ahLst/>
              <a:cxnLst/>
              <a:rect r="r" b="b" t="t" l="l"/>
              <a:pathLst>
                <a:path h="2506289" w="5003546">
                  <a:moveTo>
                    <a:pt x="0" y="428314"/>
                  </a:moveTo>
                  <a:cubicBezTo>
                    <a:pt x="0" y="191581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5899"/>
                  </a:lnTo>
                  <a:lnTo>
                    <a:pt x="4658868" y="0"/>
                  </a:lnTo>
                  <a:cubicBezTo>
                    <a:pt x="4849114" y="0"/>
                    <a:pt x="5003546" y="191581"/>
                    <a:pt x="5003546" y="428314"/>
                  </a:cubicBezTo>
                  <a:lnTo>
                    <a:pt x="4990846" y="428314"/>
                  </a:lnTo>
                  <a:lnTo>
                    <a:pt x="5003546" y="428314"/>
                  </a:lnTo>
                  <a:lnTo>
                    <a:pt x="5003546" y="2077975"/>
                  </a:lnTo>
                  <a:lnTo>
                    <a:pt x="4990846" y="2077975"/>
                  </a:lnTo>
                  <a:lnTo>
                    <a:pt x="5003546" y="2077975"/>
                  </a:lnTo>
                  <a:cubicBezTo>
                    <a:pt x="5003546" y="2314708"/>
                    <a:pt x="4849114" y="2506289"/>
                    <a:pt x="4658868" y="2506289"/>
                  </a:cubicBezTo>
                  <a:lnTo>
                    <a:pt x="4658868" y="2490390"/>
                  </a:lnTo>
                  <a:lnTo>
                    <a:pt x="4658868" y="2506289"/>
                  </a:lnTo>
                  <a:lnTo>
                    <a:pt x="344678" y="2506289"/>
                  </a:lnTo>
                  <a:lnTo>
                    <a:pt x="344678" y="2490390"/>
                  </a:lnTo>
                  <a:lnTo>
                    <a:pt x="344678" y="2506289"/>
                  </a:lnTo>
                  <a:cubicBezTo>
                    <a:pt x="154432" y="2506289"/>
                    <a:pt x="0" y="2314708"/>
                    <a:pt x="0" y="2077975"/>
                  </a:cubicBezTo>
                  <a:lnTo>
                    <a:pt x="0" y="428314"/>
                  </a:lnTo>
                  <a:lnTo>
                    <a:pt x="12700" y="428314"/>
                  </a:lnTo>
                  <a:lnTo>
                    <a:pt x="0" y="428314"/>
                  </a:lnTo>
                  <a:moveTo>
                    <a:pt x="25400" y="428314"/>
                  </a:moveTo>
                  <a:lnTo>
                    <a:pt x="25400" y="2077975"/>
                  </a:lnTo>
                  <a:lnTo>
                    <a:pt x="12700" y="2077975"/>
                  </a:lnTo>
                  <a:lnTo>
                    <a:pt x="25400" y="2077975"/>
                  </a:lnTo>
                  <a:cubicBezTo>
                    <a:pt x="25400" y="2296902"/>
                    <a:pt x="168275" y="2474491"/>
                    <a:pt x="344678" y="2474491"/>
                  </a:cubicBezTo>
                  <a:lnTo>
                    <a:pt x="4658868" y="2474491"/>
                  </a:lnTo>
                  <a:cubicBezTo>
                    <a:pt x="4835271" y="2474491"/>
                    <a:pt x="4978146" y="2296902"/>
                    <a:pt x="4978146" y="2077975"/>
                  </a:cubicBezTo>
                  <a:lnTo>
                    <a:pt x="4978146" y="428314"/>
                  </a:lnTo>
                  <a:cubicBezTo>
                    <a:pt x="4978273" y="209387"/>
                    <a:pt x="4835398" y="31798"/>
                    <a:pt x="4658995" y="31798"/>
                  </a:cubicBezTo>
                  <a:lnTo>
                    <a:pt x="344678" y="31798"/>
                  </a:lnTo>
                  <a:lnTo>
                    <a:pt x="344678" y="15899"/>
                  </a:lnTo>
                  <a:lnTo>
                    <a:pt x="344678" y="31798"/>
                  </a:lnTo>
                  <a:cubicBezTo>
                    <a:pt x="168275" y="31798"/>
                    <a:pt x="25400" y="209387"/>
                    <a:pt x="25400" y="428314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81033" y="8646824"/>
            <a:ext cx="7851686" cy="754971"/>
            <a:chOff x="0" y="0"/>
            <a:chExt cx="10468915" cy="1006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68864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468864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10301098" y="0"/>
                  </a:lnTo>
                  <a:cubicBezTo>
                    <a:pt x="10393807" y="0"/>
                    <a:pt x="10468864" y="75057"/>
                    <a:pt x="10468864" y="167767"/>
                  </a:cubicBezTo>
                  <a:lnTo>
                    <a:pt x="10468864" y="838835"/>
                  </a:lnTo>
                  <a:cubicBezTo>
                    <a:pt x="10468864" y="931545"/>
                    <a:pt x="10393807" y="1006602"/>
                    <a:pt x="10301098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980150" y="8303918"/>
            <a:ext cx="2010237" cy="1421045"/>
          </a:xfrm>
          <a:custGeom>
            <a:avLst/>
            <a:gdLst/>
            <a:ahLst/>
            <a:cxnLst/>
            <a:rect r="r" b="b" t="t" l="l"/>
            <a:pathLst>
              <a:path h="1421045" w="2010237">
                <a:moveTo>
                  <a:pt x="0" y="0"/>
                </a:moveTo>
                <a:lnTo>
                  <a:pt x="2010237" y="0"/>
                </a:lnTo>
                <a:lnTo>
                  <a:pt x="2010237" y="1421045"/>
                </a:lnTo>
                <a:lnTo>
                  <a:pt x="0" y="14210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710258" y="2191625"/>
            <a:ext cx="4873997" cy="4885000"/>
          </a:xfrm>
          <a:custGeom>
            <a:avLst/>
            <a:gdLst/>
            <a:ahLst/>
            <a:cxnLst/>
            <a:rect r="r" b="b" t="t" l="l"/>
            <a:pathLst>
              <a:path h="4885000" w="4873997">
                <a:moveTo>
                  <a:pt x="0" y="0"/>
                </a:moveTo>
                <a:lnTo>
                  <a:pt x="4873997" y="0"/>
                </a:lnTo>
                <a:lnTo>
                  <a:pt x="4873997" y="4885000"/>
                </a:lnTo>
                <a:lnTo>
                  <a:pt x="0" y="4885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131" r="0" b="-69858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251885" y="1019175"/>
            <a:ext cx="7709983" cy="35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B76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LUMINOSIDAD NATURAL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51885" y="1389793"/>
            <a:ext cx="784725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>
                <a:solidFill>
                  <a:srgbClr val="732135"/>
                </a:solidFill>
                <a:latin typeface="Georgia"/>
                <a:ea typeface="Georgia"/>
                <a:cs typeface="Georgia"/>
                <a:sym typeface="Georgia"/>
              </a:rPr>
              <a:t>Jabón de Arróz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51885" y="2666381"/>
            <a:ext cx="7751169" cy="76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Para una piel mas suave, uniforme y luminosa dentro de una rutina constante.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20522" y="3787769"/>
            <a:ext cx="1807493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90 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987121" y="3787769"/>
            <a:ext cx="71586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Bs.- 35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71512" y="4652553"/>
            <a:ext cx="119509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89532" y="4652553"/>
            <a:ext cx="93761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BENEFICIO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71512" y="6437024"/>
            <a:ext cx="1076176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APLICACION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71512" y="6694199"/>
            <a:ext cx="308408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Frotar la barra con las manos húmedas hasta obtener espuma, masajear la zona con movimientos circulares durante unos segundos y enjuagar con abundante agua.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589532" y="6437024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RECOMENDACION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89532" y="6694199"/>
            <a:ext cx="3084081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Combo sugerido: Jabon de Arroz + Crema Facial.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Ideal para rutina en las mañanas. Elimina toxinas nocturnas y prepara la piel para recibir su hidratación.</a:t>
            </a:r>
          </a:p>
          <a:p>
            <a:pPr algn="l">
              <a:lnSpc>
                <a:spcPts val="1680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9471512" y="8818274"/>
            <a:ext cx="72974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Ideal para pieles opacas, con falta de brillo, que tienen manchas y tono irregular.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471512" y="4909728"/>
            <a:ext cx="308408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Barra dermocosmética de limpieza formulada artesanalmente con extracto nativo de arroz.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589532" y="4909728"/>
            <a:ext cx="308408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Empareja la textura cutánea. Remueve impurezas dejando la piel tersa, profundamente suave y renovada.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5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04131" y="0"/>
            <a:ext cx="8783869" cy="10295039"/>
            <a:chOff x="0" y="0"/>
            <a:chExt cx="11711826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1187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1711877">
                  <a:moveTo>
                    <a:pt x="0" y="0"/>
                  </a:moveTo>
                  <a:lnTo>
                    <a:pt x="11711877" y="0"/>
                  </a:lnTo>
                  <a:lnTo>
                    <a:pt x="11711877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556B2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57843" y="1304039"/>
            <a:ext cx="6177029" cy="6657461"/>
            <a:chOff x="0" y="0"/>
            <a:chExt cx="8236039" cy="8876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077" cy="8876665"/>
            </a:xfrm>
            <a:custGeom>
              <a:avLst/>
              <a:gdLst/>
              <a:ahLst/>
              <a:cxnLst/>
              <a:rect r="r" b="b" t="t" l="l"/>
              <a:pathLst>
                <a:path h="8876665" w="8236077">
                  <a:moveTo>
                    <a:pt x="0" y="1372743"/>
                  </a:moveTo>
                  <a:cubicBezTo>
                    <a:pt x="0" y="614553"/>
                    <a:pt x="614553" y="0"/>
                    <a:pt x="1372743" y="0"/>
                  </a:cubicBezTo>
                  <a:lnTo>
                    <a:pt x="6863334" y="0"/>
                  </a:lnTo>
                  <a:cubicBezTo>
                    <a:pt x="7621397" y="0"/>
                    <a:pt x="8236077" y="614553"/>
                    <a:pt x="8236077" y="1372743"/>
                  </a:cubicBezTo>
                  <a:lnTo>
                    <a:pt x="8236077" y="7503922"/>
                  </a:lnTo>
                  <a:cubicBezTo>
                    <a:pt x="8236077" y="8261985"/>
                    <a:pt x="7621524" y="8876665"/>
                    <a:pt x="6863334" y="8876665"/>
                  </a:cubicBezTo>
                  <a:lnTo>
                    <a:pt x="1372743" y="8876665"/>
                  </a:lnTo>
                  <a:cubicBezTo>
                    <a:pt x="614553" y="8876665"/>
                    <a:pt x="0" y="8261985"/>
                    <a:pt x="0" y="75039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1059" y="3733667"/>
            <a:ext cx="2127647" cy="521618"/>
            <a:chOff x="0" y="0"/>
            <a:chExt cx="2836862" cy="695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6926" cy="695579"/>
            </a:xfrm>
            <a:custGeom>
              <a:avLst/>
              <a:gdLst/>
              <a:ahLst/>
              <a:cxnLst/>
              <a:rect r="r" b="b" t="t" l="l"/>
              <a:pathLst>
                <a:path h="695579" w="2836926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720975" y="0"/>
                  </a:lnTo>
                  <a:cubicBezTo>
                    <a:pt x="2784983" y="0"/>
                    <a:pt x="2836926" y="51943"/>
                    <a:pt x="2836926" y="115951"/>
                  </a:cubicBezTo>
                  <a:lnTo>
                    <a:pt x="2836926" y="579628"/>
                  </a:lnTo>
                  <a:cubicBezTo>
                    <a:pt x="2836926" y="643636"/>
                    <a:pt x="2784983" y="695579"/>
                    <a:pt x="272097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212049" y="3733667"/>
            <a:ext cx="1647206" cy="521618"/>
            <a:chOff x="0" y="0"/>
            <a:chExt cx="2196274" cy="695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6338" cy="695579"/>
            </a:xfrm>
            <a:custGeom>
              <a:avLst/>
              <a:gdLst/>
              <a:ahLst/>
              <a:cxnLst/>
              <a:rect r="r" b="b" t="t" l="l"/>
              <a:pathLst>
                <a:path h="695579" w="2196338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080387" y="0"/>
                  </a:lnTo>
                  <a:cubicBezTo>
                    <a:pt x="2144395" y="0"/>
                    <a:pt x="2196338" y="51943"/>
                    <a:pt x="2196338" y="115951"/>
                  </a:cubicBezTo>
                  <a:lnTo>
                    <a:pt x="2196338" y="579628"/>
                  </a:lnTo>
                  <a:cubicBezTo>
                    <a:pt x="2196338" y="643636"/>
                    <a:pt x="2144395" y="695579"/>
                    <a:pt x="2080387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7321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41524" y="4492838"/>
            <a:ext cx="3752736" cy="1501550"/>
            <a:chOff x="0" y="0"/>
            <a:chExt cx="5003648" cy="20020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4978146" cy="1976628"/>
            </a:xfrm>
            <a:custGeom>
              <a:avLst/>
              <a:gdLst/>
              <a:ahLst/>
              <a:cxnLst/>
              <a:rect r="r" b="b" t="t" l="l"/>
              <a:pathLst>
                <a:path h="1976628" w="4978146">
                  <a:moveTo>
                    <a:pt x="0" y="329438"/>
                  </a:moveTo>
                  <a:cubicBezTo>
                    <a:pt x="0" y="147447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47447"/>
                    <a:pt x="4978146" y="329438"/>
                  </a:cubicBezTo>
                  <a:lnTo>
                    <a:pt x="4978146" y="1647190"/>
                  </a:lnTo>
                  <a:cubicBezTo>
                    <a:pt x="4978146" y="1829181"/>
                    <a:pt x="4829556" y="1976628"/>
                    <a:pt x="4646168" y="1976628"/>
                  </a:cubicBezTo>
                  <a:lnTo>
                    <a:pt x="331978" y="1976628"/>
                  </a:lnTo>
                  <a:cubicBezTo>
                    <a:pt x="148590" y="1976628"/>
                    <a:pt x="0" y="1829181"/>
                    <a:pt x="0" y="16471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03546" cy="2002028"/>
            </a:xfrm>
            <a:custGeom>
              <a:avLst/>
              <a:gdLst/>
              <a:ahLst/>
              <a:cxnLst/>
              <a:rect r="r" b="b" t="t" l="l"/>
              <a:pathLst>
                <a:path h="2002028" w="5003546">
                  <a:moveTo>
                    <a:pt x="0" y="342138"/>
                  </a:moveTo>
                  <a:cubicBezTo>
                    <a:pt x="0" y="153035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2700"/>
                  </a:lnTo>
                  <a:lnTo>
                    <a:pt x="4658868" y="0"/>
                  </a:lnTo>
                  <a:cubicBezTo>
                    <a:pt x="4849114" y="0"/>
                    <a:pt x="5003546" y="153035"/>
                    <a:pt x="5003546" y="342138"/>
                  </a:cubicBezTo>
                  <a:lnTo>
                    <a:pt x="4990846" y="342138"/>
                  </a:lnTo>
                  <a:lnTo>
                    <a:pt x="5003546" y="342138"/>
                  </a:lnTo>
                  <a:lnTo>
                    <a:pt x="5003546" y="1659890"/>
                  </a:lnTo>
                  <a:lnTo>
                    <a:pt x="4990846" y="1659890"/>
                  </a:lnTo>
                  <a:lnTo>
                    <a:pt x="5003546" y="1659890"/>
                  </a:lnTo>
                  <a:cubicBezTo>
                    <a:pt x="5003546" y="1848993"/>
                    <a:pt x="4849114" y="2002028"/>
                    <a:pt x="4658868" y="2002028"/>
                  </a:cubicBezTo>
                  <a:lnTo>
                    <a:pt x="4658868" y="1989328"/>
                  </a:lnTo>
                  <a:lnTo>
                    <a:pt x="4658868" y="2002028"/>
                  </a:lnTo>
                  <a:lnTo>
                    <a:pt x="344678" y="2002028"/>
                  </a:lnTo>
                  <a:lnTo>
                    <a:pt x="344678" y="1989328"/>
                  </a:lnTo>
                  <a:lnTo>
                    <a:pt x="344678" y="2002028"/>
                  </a:lnTo>
                  <a:cubicBezTo>
                    <a:pt x="154432" y="2002028"/>
                    <a:pt x="0" y="1848993"/>
                    <a:pt x="0" y="1659890"/>
                  </a:cubicBezTo>
                  <a:lnTo>
                    <a:pt x="0" y="342138"/>
                  </a:lnTo>
                  <a:lnTo>
                    <a:pt x="12700" y="342138"/>
                  </a:lnTo>
                  <a:lnTo>
                    <a:pt x="0" y="342138"/>
                  </a:lnTo>
                  <a:moveTo>
                    <a:pt x="25400" y="342138"/>
                  </a:moveTo>
                  <a:lnTo>
                    <a:pt x="25400" y="1659890"/>
                  </a:lnTo>
                  <a:lnTo>
                    <a:pt x="12700" y="1659890"/>
                  </a:lnTo>
                  <a:lnTo>
                    <a:pt x="25400" y="1659890"/>
                  </a:lnTo>
                  <a:cubicBezTo>
                    <a:pt x="25400" y="1834769"/>
                    <a:pt x="168275" y="1976628"/>
                    <a:pt x="344678" y="1976628"/>
                  </a:cubicBezTo>
                  <a:lnTo>
                    <a:pt x="4658868" y="1976628"/>
                  </a:lnTo>
                  <a:cubicBezTo>
                    <a:pt x="4835271" y="1976628"/>
                    <a:pt x="4978146" y="1834769"/>
                    <a:pt x="4978146" y="1659890"/>
                  </a:cubicBezTo>
                  <a:lnTo>
                    <a:pt x="4978146" y="342138"/>
                  </a:lnTo>
                  <a:cubicBezTo>
                    <a:pt x="4978273" y="167259"/>
                    <a:pt x="4835398" y="25400"/>
                    <a:pt x="4658995" y="25400"/>
                  </a:cubicBezTo>
                  <a:lnTo>
                    <a:pt x="344678" y="25400"/>
                  </a:lnTo>
                  <a:lnTo>
                    <a:pt x="344678" y="12700"/>
                  </a:lnTo>
                  <a:lnTo>
                    <a:pt x="344678" y="25400"/>
                  </a:lnTo>
                  <a:cubicBezTo>
                    <a:pt x="168275" y="25400"/>
                    <a:pt x="25400" y="167259"/>
                    <a:pt x="25400" y="34213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959544" y="4492838"/>
            <a:ext cx="3752736" cy="1501550"/>
            <a:chOff x="0" y="0"/>
            <a:chExt cx="5003648" cy="20020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4978146" cy="1976628"/>
            </a:xfrm>
            <a:custGeom>
              <a:avLst/>
              <a:gdLst/>
              <a:ahLst/>
              <a:cxnLst/>
              <a:rect r="r" b="b" t="t" l="l"/>
              <a:pathLst>
                <a:path h="1976628" w="4978146">
                  <a:moveTo>
                    <a:pt x="0" y="329438"/>
                  </a:moveTo>
                  <a:cubicBezTo>
                    <a:pt x="0" y="147447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47447"/>
                    <a:pt x="4978146" y="329438"/>
                  </a:cubicBezTo>
                  <a:lnTo>
                    <a:pt x="4978146" y="1647190"/>
                  </a:lnTo>
                  <a:cubicBezTo>
                    <a:pt x="4978146" y="1829181"/>
                    <a:pt x="4829556" y="1976628"/>
                    <a:pt x="4646168" y="1976628"/>
                  </a:cubicBezTo>
                  <a:lnTo>
                    <a:pt x="331978" y="1976628"/>
                  </a:lnTo>
                  <a:cubicBezTo>
                    <a:pt x="148590" y="1976628"/>
                    <a:pt x="0" y="1829181"/>
                    <a:pt x="0" y="16471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03546" cy="2002028"/>
            </a:xfrm>
            <a:custGeom>
              <a:avLst/>
              <a:gdLst/>
              <a:ahLst/>
              <a:cxnLst/>
              <a:rect r="r" b="b" t="t" l="l"/>
              <a:pathLst>
                <a:path h="2002028" w="5003546">
                  <a:moveTo>
                    <a:pt x="0" y="342138"/>
                  </a:moveTo>
                  <a:cubicBezTo>
                    <a:pt x="0" y="153035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2700"/>
                  </a:lnTo>
                  <a:lnTo>
                    <a:pt x="4658868" y="0"/>
                  </a:lnTo>
                  <a:cubicBezTo>
                    <a:pt x="4849114" y="0"/>
                    <a:pt x="5003546" y="153035"/>
                    <a:pt x="5003546" y="342138"/>
                  </a:cubicBezTo>
                  <a:lnTo>
                    <a:pt x="4990846" y="342138"/>
                  </a:lnTo>
                  <a:lnTo>
                    <a:pt x="5003546" y="342138"/>
                  </a:lnTo>
                  <a:lnTo>
                    <a:pt x="5003546" y="1659890"/>
                  </a:lnTo>
                  <a:lnTo>
                    <a:pt x="4990846" y="1659890"/>
                  </a:lnTo>
                  <a:lnTo>
                    <a:pt x="5003546" y="1659890"/>
                  </a:lnTo>
                  <a:cubicBezTo>
                    <a:pt x="5003546" y="1848993"/>
                    <a:pt x="4849114" y="2002028"/>
                    <a:pt x="4658868" y="2002028"/>
                  </a:cubicBezTo>
                  <a:lnTo>
                    <a:pt x="4658868" y="1989328"/>
                  </a:lnTo>
                  <a:lnTo>
                    <a:pt x="4658868" y="2002028"/>
                  </a:lnTo>
                  <a:lnTo>
                    <a:pt x="344678" y="2002028"/>
                  </a:lnTo>
                  <a:lnTo>
                    <a:pt x="344678" y="1989328"/>
                  </a:lnTo>
                  <a:lnTo>
                    <a:pt x="344678" y="2002028"/>
                  </a:lnTo>
                  <a:cubicBezTo>
                    <a:pt x="154432" y="2002028"/>
                    <a:pt x="0" y="1848993"/>
                    <a:pt x="0" y="1659890"/>
                  </a:cubicBezTo>
                  <a:lnTo>
                    <a:pt x="0" y="342138"/>
                  </a:lnTo>
                  <a:lnTo>
                    <a:pt x="12700" y="342138"/>
                  </a:lnTo>
                  <a:lnTo>
                    <a:pt x="0" y="342138"/>
                  </a:lnTo>
                  <a:moveTo>
                    <a:pt x="25400" y="342138"/>
                  </a:moveTo>
                  <a:lnTo>
                    <a:pt x="25400" y="1659890"/>
                  </a:lnTo>
                  <a:lnTo>
                    <a:pt x="12700" y="1659890"/>
                  </a:lnTo>
                  <a:lnTo>
                    <a:pt x="25400" y="1659890"/>
                  </a:lnTo>
                  <a:cubicBezTo>
                    <a:pt x="25400" y="1834769"/>
                    <a:pt x="168275" y="1976628"/>
                    <a:pt x="344678" y="1976628"/>
                  </a:cubicBezTo>
                  <a:lnTo>
                    <a:pt x="4658868" y="1976628"/>
                  </a:lnTo>
                  <a:cubicBezTo>
                    <a:pt x="4835271" y="1976628"/>
                    <a:pt x="4978146" y="1834769"/>
                    <a:pt x="4978146" y="1659890"/>
                  </a:cubicBezTo>
                  <a:lnTo>
                    <a:pt x="4978146" y="342138"/>
                  </a:lnTo>
                  <a:cubicBezTo>
                    <a:pt x="4978273" y="167259"/>
                    <a:pt x="4835398" y="25400"/>
                    <a:pt x="4658995" y="25400"/>
                  </a:cubicBezTo>
                  <a:lnTo>
                    <a:pt x="344678" y="25400"/>
                  </a:lnTo>
                  <a:lnTo>
                    <a:pt x="344678" y="12700"/>
                  </a:lnTo>
                  <a:lnTo>
                    <a:pt x="344678" y="25400"/>
                  </a:lnTo>
                  <a:cubicBezTo>
                    <a:pt x="168275" y="25400"/>
                    <a:pt x="25400" y="167259"/>
                    <a:pt x="25400" y="34213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41524" y="6277308"/>
            <a:ext cx="3752736" cy="1925137"/>
            <a:chOff x="0" y="0"/>
            <a:chExt cx="5003648" cy="25668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6283"/>
              <a:ext cx="4978146" cy="2534235"/>
            </a:xfrm>
            <a:custGeom>
              <a:avLst/>
              <a:gdLst/>
              <a:ahLst/>
              <a:cxnLst/>
              <a:rect r="r" b="b" t="t" l="l"/>
              <a:pathLst>
                <a:path h="2534235" w="4978146">
                  <a:moveTo>
                    <a:pt x="0" y="422372"/>
                  </a:moveTo>
                  <a:cubicBezTo>
                    <a:pt x="0" y="189041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89041"/>
                    <a:pt x="4978146" y="422372"/>
                  </a:cubicBezTo>
                  <a:lnTo>
                    <a:pt x="4978146" y="2111862"/>
                  </a:lnTo>
                  <a:cubicBezTo>
                    <a:pt x="4978146" y="2345193"/>
                    <a:pt x="4829556" y="2534235"/>
                    <a:pt x="4646168" y="2534235"/>
                  </a:cubicBezTo>
                  <a:lnTo>
                    <a:pt x="331978" y="2534235"/>
                  </a:lnTo>
                  <a:cubicBezTo>
                    <a:pt x="148590" y="2534235"/>
                    <a:pt x="0" y="2345193"/>
                    <a:pt x="0" y="211186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03546" cy="2566800"/>
            </a:xfrm>
            <a:custGeom>
              <a:avLst/>
              <a:gdLst/>
              <a:ahLst/>
              <a:cxnLst/>
              <a:rect r="r" b="b" t="t" l="l"/>
              <a:pathLst>
                <a:path h="2566800" w="5003546">
                  <a:moveTo>
                    <a:pt x="0" y="438655"/>
                  </a:moveTo>
                  <a:cubicBezTo>
                    <a:pt x="0" y="196206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6283"/>
                  </a:lnTo>
                  <a:lnTo>
                    <a:pt x="4658868" y="0"/>
                  </a:lnTo>
                  <a:cubicBezTo>
                    <a:pt x="4849114" y="0"/>
                    <a:pt x="5003546" y="196206"/>
                    <a:pt x="5003546" y="438655"/>
                  </a:cubicBezTo>
                  <a:lnTo>
                    <a:pt x="4990846" y="438655"/>
                  </a:lnTo>
                  <a:lnTo>
                    <a:pt x="5003546" y="438655"/>
                  </a:lnTo>
                  <a:lnTo>
                    <a:pt x="5003546" y="2128145"/>
                  </a:lnTo>
                  <a:lnTo>
                    <a:pt x="4990846" y="2128145"/>
                  </a:lnTo>
                  <a:lnTo>
                    <a:pt x="5003546" y="2128145"/>
                  </a:lnTo>
                  <a:cubicBezTo>
                    <a:pt x="5003546" y="2370594"/>
                    <a:pt x="4849114" y="2566800"/>
                    <a:pt x="4658868" y="2566800"/>
                  </a:cubicBezTo>
                  <a:lnTo>
                    <a:pt x="4658868" y="2550518"/>
                  </a:lnTo>
                  <a:lnTo>
                    <a:pt x="4658868" y="2566800"/>
                  </a:lnTo>
                  <a:lnTo>
                    <a:pt x="344678" y="2566800"/>
                  </a:lnTo>
                  <a:lnTo>
                    <a:pt x="344678" y="2550518"/>
                  </a:lnTo>
                  <a:lnTo>
                    <a:pt x="344678" y="2566800"/>
                  </a:lnTo>
                  <a:cubicBezTo>
                    <a:pt x="154432" y="2566800"/>
                    <a:pt x="0" y="2370594"/>
                    <a:pt x="0" y="2128145"/>
                  </a:cubicBezTo>
                  <a:lnTo>
                    <a:pt x="0" y="438655"/>
                  </a:lnTo>
                  <a:lnTo>
                    <a:pt x="12700" y="438655"/>
                  </a:lnTo>
                  <a:lnTo>
                    <a:pt x="0" y="438655"/>
                  </a:lnTo>
                  <a:moveTo>
                    <a:pt x="25400" y="438655"/>
                  </a:moveTo>
                  <a:lnTo>
                    <a:pt x="25400" y="2128145"/>
                  </a:lnTo>
                  <a:lnTo>
                    <a:pt x="12700" y="2128145"/>
                  </a:lnTo>
                  <a:lnTo>
                    <a:pt x="25400" y="2128145"/>
                  </a:lnTo>
                  <a:cubicBezTo>
                    <a:pt x="25400" y="2352357"/>
                    <a:pt x="168275" y="2534235"/>
                    <a:pt x="344678" y="2534235"/>
                  </a:cubicBezTo>
                  <a:lnTo>
                    <a:pt x="4658868" y="2534235"/>
                  </a:lnTo>
                  <a:cubicBezTo>
                    <a:pt x="4835271" y="2534235"/>
                    <a:pt x="4978146" y="2352357"/>
                    <a:pt x="4978146" y="2128145"/>
                  </a:cubicBezTo>
                  <a:lnTo>
                    <a:pt x="4978146" y="438655"/>
                  </a:lnTo>
                  <a:cubicBezTo>
                    <a:pt x="4978273" y="214443"/>
                    <a:pt x="4835398" y="32565"/>
                    <a:pt x="4658995" y="32565"/>
                  </a:cubicBezTo>
                  <a:lnTo>
                    <a:pt x="344678" y="32565"/>
                  </a:lnTo>
                  <a:lnTo>
                    <a:pt x="344678" y="16283"/>
                  </a:lnTo>
                  <a:lnTo>
                    <a:pt x="344678" y="32565"/>
                  </a:lnTo>
                  <a:cubicBezTo>
                    <a:pt x="168275" y="32565"/>
                    <a:pt x="25400" y="214443"/>
                    <a:pt x="25400" y="438655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959544" y="6277308"/>
            <a:ext cx="3752736" cy="1925137"/>
            <a:chOff x="0" y="0"/>
            <a:chExt cx="5003648" cy="25668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6283"/>
              <a:ext cx="4978146" cy="2534235"/>
            </a:xfrm>
            <a:custGeom>
              <a:avLst/>
              <a:gdLst/>
              <a:ahLst/>
              <a:cxnLst/>
              <a:rect r="r" b="b" t="t" l="l"/>
              <a:pathLst>
                <a:path h="2534235" w="4978146">
                  <a:moveTo>
                    <a:pt x="0" y="422372"/>
                  </a:moveTo>
                  <a:cubicBezTo>
                    <a:pt x="0" y="189041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89041"/>
                    <a:pt x="4978146" y="422372"/>
                  </a:cubicBezTo>
                  <a:lnTo>
                    <a:pt x="4978146" y="2111862"/>
                  </a:lnTo>
                  <a:cubicBezTo>
                    <a:pt x="4978146" y="2345193"/>
                    <a:pt x="4829556" y="2534235"/>
                    <a:pt x="4646168" y="2534235"/>
                  </a:cubicBezTo>
                  <a:lnTo>
                    <a:pt x="331978" y="2534235"/>
                  </a:lnTo>
                  <a:cubicBezTo>
                    <a:pt x="148590" y="2534235"/>
                    <a:pt x="0" y="2345193"/>
                    <a:pt x="0" y="211186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03546" cy="2566800"/>
            </a:xfrm>
            <a:custGeom>
              <a:avLst/>
              <a:gdLst/>
              <a:ahLst/>
              <a:cxnLst/>
              <a:rect r="r" b="b" t="t" l="l"/>
              <a:pathLst>
                <a:path h="2566800" w="5003546">
                  <a:moveTo>
                    <a:pt x="0" y="438655"/>
                  </a:moveTo>
                  <a:cubicBezTo>
                    <a:pt x="0" y="196206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6283"/>
                  </a:lnTo>
                  <a:lnTo>
                    <a:pt x="4658868" y="0"/>
                  </a:lnTo>
                  <a:cubicBezTo>
                    <a:pt x="4849114" y="0"/>
                    <a:pt x="5003546" y="196206"/>
                    <a:pt x="5003546" y="438655"/>
                  </a:cubicBezTo>
                  <a:lnTo>
                    <a:pt x="4990846" y="438655"/>
                  </a:lnTo>
                  <a:lnTo>
                    <a:pt x="5003546" y="438655"/>
                  </a:lnTo>
                  <a:lnTo>
                    <a:pt x="5003546" y="2128145"/>
                  </a:lnTo>
                  <a:lnTo>
                    <a:pt x="4990846" y="2128145"/>
                  </a:lnTo>
                  <a:lnTo>
                    <a:pt x="5003546" y="2128145"/>
                  </a:lnTo>
                  <a:cubicBezTo>
                    <a:pt x="5003546" y="2370594"/>
                    <a:pt x="4849114" y="2566800"/>
                    <a:pt x="4658868" y="2566800"/>
                  </a:cubicBezTo>
                  <a:lnTo>
                    <a:pt x="4658868" y="2550518"/>
                  </a:lnTo>
                  <a:lnTo>
                    <a:pt x="4658868" y="2566800"/>
                  </a:lnTo>
                  <a:lnTo>
                    <a:pt x="344678" y="2566800"/>
                  </a:lnTo>
                  <a:lnTo>
                    <a:pt x="344678" y="2550518"/>
                  </a:lnTo>
                  <a:lnTo>
                    <a:pt x="344678" y="2566800"/>
                  </a:lnTo>
                  <a:cubicBezTo>
                    <a:pt x="154432" y="2566800"/>
                    <a:pt x="0" y="2370594"/>
                    <a:pt x="0" y="2128145"/>
                  </a:cubicBezTo>
                  <a:lnTo>
                    <a:pt x="0" y="438655"/>
                  </a:lnTo>
                  <a:lnTo>
                    <a:pt x="12700" y="438655"/>
                  </a:lnTo>
                  <a:lnTo>
                    <a:pt x="0" y="438655"/>
                  </a:lnTo>
                  <a:moveTo>
                    <a:pt x="25400" y="438655"/>
                  </a:moveTo>
                  <a:lnTo>
                    <a:pt x="25400" y="2128145"/>
                  </a:lnTo>
                  <a:lnTo>
                    <a:pt x="12700" y="2128145"/>
                  </a:lnTo>
                  <a:lnTo>
                    <a:pt x="25400" y="2128145"/>
                  </a:lnTo>
                  <a:cubicBezTo>
                    <a:pt x="25400" y="2352357"/>
                    <a:pt x="168275" y="2534235"/>
                    <a:pt x="344678" y="2534235"/>
                  </a:cubicBezTo>
                  <a:lnTo>
                    <a:pt x="4658868" y="2534235"/>
                  </a:lnTo>
                  <a:cubicBezTo>
                    <a:pt x="4835271" y="2534235"/>
                    <a:pt x="4978146" y="2352357"/>
                    <a:pt x="4978146" y="2128145"/>
                  </a:cubicBezTo>
                  <a:lnTo>
                    <a:pt x="4978146" y="438655"/>
                  </a:lnTo>
                  <a:cubicBezTo>
                    <a:pt x="4978273" y="214443"/>
                    <a:pt x="4835398" y="32565"/>
                    <a:pt x="4658995" y="32565"/>
                  </a:cubicBezTo>
                  <a:lnTo>
                    <a:pt x="344678" y="32565"/>
                  </a:lnTo>
                  <a:lnTo>
                    <a:pt x="344678" y="16283"/>
                  </a:lnTo>
                  <a:lnTo>
                    <a:pt x="344678" y="32565"/>
                  </a:lnTo>
                  <a:cubicBezTo>
                    <a:pt x="168275" y="32565"/>
                    <a:pt x="25400" y="214443"/>
                    <a:pt x="25400" y="438655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41524" y="8612448"/>
            <a:ext cx="7851686" cy="754971"/>
            <a:chOff x="0" y="0"/>
            <a:chExt cx="10468915" cy="1006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68864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468864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10301098" y="0"/>
                  </a:lnTo>
                  <a:cubicBezTo>
                    <a:pt x="10393807" y="0"/>
                    <a:pt x="10468864" y="75057"/>
                    <a:pt x="10468864" y="167767"/>
                  </a:cubicBezTo>
                  <a:lnTo>
                    <a:pt x="10468864" y="838835"/>
                  </a:lnTo>
                  <a:cubicBezTo>
                    <a:pt x="10468864" y="931545"/>
                    <a:pt x="10393807" y="1006602"/>
                    <a:pt x="10301098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1573789" y="2327778"/>
            <a:ext cx="4962123" cy="4439254"/>
          </a:xfrm>
          <a:custGeom>
            <a:avLst/>
            <a:gdLst/>
            <a:ahLst/>
            <a:cxnLst/>
            <a:rect r="r" b="b" t="t" l="l"/>
            <a:pathLst>
              <a:path h="4439254" w="4962123">
                <a:moveTo>
                  <a:pt x="0" y="0"/>
                </a:moveTo>
                <a:lnTo>
                  <a:pt x="4962123" y="0"/>
                </a:lnTo>
                <a:lnTo>
                  <a:pt x="4962123" y="4439254"/>
                </a:lnTo>
                <a:lnTo>
                  <a:pt x="0" y="4439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158" r="0" b="-96816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42499" y="1106881"/>
            <a:ext cx="7709983" cy="35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B76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HUMECTACION DIARIA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2499" y="1477499"/>
            <a:ext cx="784725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>
                <a:solidFill>
                  <a:srgbClr val="732135"/>
                </a:solidFill>
                <a:latin typeface="Georgia"/>
                <a:ea typeface="Georgia"/>
                <a:cs typeface="Georgia"/>
                <a:sym typeface="Georgia"/>
              </a:rPr>
              <a:t>Jabón de Aloe Vera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2499" y="2754087"/>
            <a:ext cx="775116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Una barra suave para acompañar la hidratación y el cuidado cotidiano de la piel.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1126" y="3875475"/>
            <a:ext cx="1807493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90 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677725" y="3875475"/>
            <a:ext cx="71586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Bs.- 35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2126" y="4740259"/>
            <a:ext cx="119509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62126" y="4999482"/>
            <a:ext cx="308408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Elaborada con gel concentrado de aloe vera. Limpieza extrasuave, restaura hidratación celular y sana tejidos de la piel.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80146" y="4740259"/>
            <a:ext cx="93761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BENEFICIO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80146" y="5034063"/>
            <a:ext cx="308408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Estimula la regeneración celular y repara microlesiones cutáneas. Calma irritaciones, desinflama y devuelve la elasticidad.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62126" y="6524730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APLICACION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62126" y="6801955"/>
            <a:ext cx="308408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Frotar la barra con las manos húmedas hasta obtener espuma, masajear la zona con movimientos circulares durante unos segundos y enjuagar con abundante agua.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280146" y="6524730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RECOMENDACION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280146" y="6820777"/>
            <a:ext cx="308408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Es el aliado perfecto para recuperar la piel después de la exposición solar o el afeitado.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Incorpórelo en su rutina diaria para tener un rostro fresco y protegido.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95456" y="8897455"/>
            <a:ext cx="525809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 el jabón más noble, ideal para todo tipo de piel.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3173374" y="8296487"/>
            <a:ext cx="1762952" cy="1440062"/>
            <a:chOff x="0" y="0"/>
            <a:chExt cx="2350603" cy="1920082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213676" y="0"/>
              <a:ext cx="1955972" cy="1920082"/>
              <a:chOff x="0" y="0"/>
              <a:chExt cx="812800" cy="79788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797886"/>
              </a:xfrm>
              <a:custGeom>
                <a:avLst/>
                <a:gdLst/>
                <a:ahLst/>
                <a:cxnLst/>
                <a:rect r="r" b="b" t="t" l="l"/>
                <a:pathLst>
                  <a:path h="797886" w="812800">
                    <a:moveTo>
                      <a:pt x="406400" y="0"/>
                    </a:moveTo>
                    <a:cubicBezTo>
                      <a:pt x="181951" y="0"/>
                      <a:pt x="0" y="178613"/>
                      <a:pt x="0" y="398943"/>
                    </a:cubicBezTo>
                    <a:cubicBezTo>
                      <a:pt x="0" y="619273"/>
                      <a:pt x="181951" y="797886"/>
                      <a:pt x="406400" y="797886"/>
                    </a:cubicBezTo>
                    <a:cubicBezTo>
                      <a:pt x="630849" y="797886"/>
                      <a:pt x="812800" y="619273"/>
                      <a:pt x="812800" y="398943"/>
                    </a:cubicBezTo>
                    <a:cubicBezTo>
                      <a:pt x="812800" y="17861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BE3E4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74802"/>
                <a:ext cx="660400" cy="648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1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0" y="129215"/>
              <a:ext cx="2350603" cy="1661651"/>
            </a:xfrm>
            <a:custGeom>
              <a:avLst/>
              <a:gdLst/>
              <a:ahLst/>
              <a:cxnLst/>
              <a:rect r="r" b="b" t="t" l="l"/>
              <a:pathLst>
                <a:path h="1661651" w="2350603">
                  <a:moveTo>
                    <a:pt x="0" y="0"/>
                  </a:moveTo>
                  <a:lnTo>
                    <a:pt x="2350603" y="0"/>
                  </a:lnTo>
                  <a:lnTo>
                    <a:pt x="2350603" y="1661652"/>
                  </a:lnTo>
                  <a:lnTo>
                    <a:pt x="0" y="166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5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8039"/>
            <a:ext cx="8596694" cy="10295039"/>
            <a:chOff x="0" y="0"/>
            <a:chExt cx="11462258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6230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1462309">
                  <a:moveTo>
                    <a:pt x="0" y="0"/>
                  </a:moveTo>
                  <a:lnTo>
                    <a:pt x="11462309" y="0"/>
                  </a:lnTo>
                  <a:lnTo>
                    <a:pt x="1146230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B7654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5110" y="1047821"/>
            <a:ext cx="6177029" cy="6657461"/>
            <a:chOff x="0" y="0"/>
            <a:chExt cx="8236039" cy="8876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077" cy="8876665"/>
            </a:xfrm>
            <a:custGeom>
              <a:avLst/>
              <a:gdLst/>
              <a:ahLst/>
              <a:cxnLst/>
              <a:rect r="r" b="b" t="t" l="l"/>
              <a:pathLst>
                <a:path h="8876665" w="8236077">
                  <a:moveTo>
                    <a:pt x="0" y="1372743"/>
                  </a:moveTo>
                  <a:cubicBezTo>
                    <a:pt x="0" y="614553"/>
                    <a:pt x="614553" y="0"/>
                    <a:pt x="1372743" y="0"/>
                  </a:cubicBezTo>
                  <a:lnTo>
                    <a:pt x="6863334" y="0"/>
                  </a:lnTo>
                  <a:cubicBezTo>
                    <a:pt x="7621397" y="0"/>
                    <a:pt x="8236077" y="614553"/>
                    <a:pt x="8236077" y="1372743"/>
                  </a:cubicBezTo>
                  <a:lnTo>
                    <a:pt x="8236077" y="7503922"/>
                  </a:lnTo>
                  <a:cubicBezTo>
                    <a:pt x="8236077" y="8261985"/>
                    <a:pt x="7621524" y="8876665"/>
                    <a:pt x="6863334" y="8876665"/>
                  </a:cubicBezTo>
                  <a:lnTo>
                    <a:pt x="1372743" y="8876665"/>
                  </a:lnTo>
                  <a:cubicBezTo>
                    <a:pt x="614553" y="8876665"/>
                    <a:pt x="0" y="8261985"/>
                    <a:pt x="0" y="75039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20603" y="3854934"/>
            <a:ext cx="2127647" cy="521618"/>
            <a:chOff x="0" y="0"/>
            <a:chExt cx="2836862" cy="695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6926" cy="695579"/>
            </a:xfrm>
            <a:custGeom>
              <a:avLst/>
              <a:gdLst/>
              <a:ahLst/>
              <a:cxnLst/>
              <a:rect r="r" b="b" t="t" l="l"/>
              <a:pathLst>
                <a:path h="695579" w="2836926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720975" y="0"/>
                  </a:lnTo>
                  <a:cubicBezTo>
                    <a:pt x="2784983" y="0"/>
                    <a:pt x="2836926" y="51943"/>
                    <a:pt x="2836926" y="115951"/>
                  </a:cubicBezTo>
                  <a:lnTo>
                    <a:pt x="2836926" y="579628"/>
                  </a:lnTo>
                  <a:cubicBezTo>
                    <a:pt x="2836926" y="643636"/>
                    <a:pt x="2784983" y="695579"/>
                    <a:pt x="272097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81593" y="3854934"/>
            <a:ext cx="1647206" cy="521618"/>
            <a:chOff x="0" y="0"/>
            <a:chExt cx="2196274" cy="695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6338" cy="695579"/>
            </a:xfrm>
            <a:custGeom>
              <a:avLst/>
              <a:gdLst/>
              <a:ahLst/>
              <a:cxnLst/>
              <a:rect r="r" b="b" t="t" l="l"/>
              <a:pathLst>
                <a:path h="695579" w="2196338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080387" y="0"/>
                  </a:lnTo>
                  <a:cubicBezTo>
                    <a:pt x="2144395" y="0"/>
                    <a:pt x="2196338" y="51943"/>
                    <a:pt x="2196338" y="115951"/>
                  </a:cubicBezTo>
                  <a:lnTo>
                    <a:pt x="2196338" y="579628"/>
                  </a:lnTo>
                  <a:cubicBezTo>
                    <a:pt x="2196338" y="643636"/>
                    <a:pt x="2144395" y="695579"/>
                    <a:pt x="2080387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7321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11069" y="4614105"/>
            <a:ext cx="3752736" cy="1670171"/>
            <a:chOff x="0" y="0"/>
            <a:chExt cx="5003648" cy="22268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4126"/>
              <a:ext cx="4978146" cy="2198599"/>
            </a:xfrm>
            <a:custGeom>
              <a:avLst/>
              <a:gdLst/>
              <a:ahLst/>
              <a:cxnLst/>
              <a:rect r="r" b="b" t="t" l="l"/>
              <a:pathLst>
                <a:path h="2198599" w="4978146">
                  <a:moveTo>
                    <a:pt x="0" y="366433"/>
                  </a:moveTo>
                  <a:cubicBezTo>
                    <a:pt x="0" y="164005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64005"/>
                    <a:pt x="4978146" y="366433"/>
                  </a:cubicBezTo>
                  <a:lnTo>
                    <a:pt x="4978146" y="1832166"/>
                  </a:lnTo>
                  <a:cubicBezTo>
                    <a:pt x="4978146" y="2034595"/>
                    <a:pt x="4829556" y="2198600"/>
                    <a:pt x="4646168" y="2198600"/>
                  </a:cubicBezTo>
                  <a:lnTo>
                    <a:pt x="331978" y="2198600"/>
                  </a:lnTo>
                  <a:cubicBezTo>
                    <a:pt x="148590" y="2198600"/>
                    <a:pt x="0" y="2034595"/>
                    <a:pt x="0" y="183216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03546" cy="2226852"/>
            </a:xfrm>
            <a:custGeom>
              <a:avLst/>
              <a:gdLst/>
              <a:ahLst/>
              <a:cxnLst/>
              <a:rect r="r" b="b" t="t" l="l"/>
              <a:pathLst>
                <a:path h="2226852" w="5003546">
                  <a:moveTo>
                    <a:pt x="0" y="380559"/>
                  </a:moveTo>
                  <a:cubicBezTo>
                    <a:pt x="0" y="170221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4126"/>
                  </a:lnTo>
                  <a:lnTo>
                    <a:pt x="4658868" y="0"/>
                  </a:lnTo>
                  <a:cubicBezTo>
                    <a:pt x="4849114" y="0"/>
                    <a:pt x="5003546" y="170221"/>
                    <a:pt x="5003546" y="380559"/>
                  </a:cubicBezTo>
                  <a:lnTo>
                    <a:pt x="4990846" y="380559"/>
                  </a:lnTo>
                  <a:lnTo>
                    <a:pt x="5003546" y="380559"/>
                  </a:lnTo>
                  <a:lnTo>
                    <a:pt x="5003546" y="1846292"/>
                  </a:lnTo>
                  <a:lnTo>
                    <a:pt x="4990846" y="1846292"/>
                  </a:lnTo>
                  <a:lnTo>
                    <a:pt x="5003546" y="1846292"/>
                  </a:lnTo>
                  <a:cubicBezTo>
                    <a:pt x="5003546" y="2056631"/>
                    <a:pt x="4849114" y="2226852"/>
                    <a:pt x="4658868" y="2226852"/>
                  </a:cubicBezTo>
                  <a:lnTo>
                    <a:pt x="4658868" y="2212726"/>
                  </a:lnTo>
                  <a:lnTo>
                    <a:pt x="4658868" y="2226852"/>
                  </a:lnTo>
                  <a:lnTo>
                    <a:pt x="344678" y="2226852"/>
                  </a:lnTo>
                  <a:lnTo>
                    <a:pt x="344678" y="2212726"/>
                  </a:lnTo>
                  <a:lnTo>
                    <a:pt x="344678" y="2226852"/>
                  </a:lnTo>
                  <a:cubicBezTo>
                    <a:pt x="154432" y="2226852"/>
                    <a:pt x="0" y="2056631"/>
                    <a:pt x="0" y="1846292"/>
                  </a:cubicBezTo>
                  <a:lnTo>
                    <a:pt x="0" y="380559"/>
                  </a:lnTo>
                  <a:lnTo>
                    <a:pt x="12700" y="380559"/>
                  </a:lnTo>
                  <a:lnTo>
                    <a:pt x="0" y="380559"/>
                  </a:lnTo>
                  <a:moveTo>
                    <a:pt x="25400" y="380559"/>
                  </a:moveTo>
                  <a:lnTo>
                    <a:pt x="25400" y="1846292"/>
                  </a:lnTo>
                  <a:lnTo>
                    <a:pt x="12700" y="1846292"/>
                  </a:lnTo>
                  <a:lnTo>
                    <a:pt x="25400" y="1846292"/>
                  </a:lnTo>
                  <a:cubicBezTo>
                    <a:pt x="25400" y="2040810"/>
                    <a:pt x="168275" y="2198600"/>
                    <a:pt x="344678" y="2198600"/>
                  </a:cubicBezTo>
                  <a:lnTo>
                    <a:pt x="4658868" y="2198600"/>
                  </a:lnTo>
                  <a:cubicBezTo>
                    <a:pt x="4835271" y="2198600"/>
                    <a:pt x="4978146" y="2040810"/>
                    <a:pt x="4978146" y="1846292"/>
                  </a:cubicBezTo>
                  <a:lnTo>
                    <a:pt x="4978146" y="380559"/>
                  </a:lnTo>
                  <a:cubicBezTo>
                    <a:pt x="4978273" y="186042"/>
                    <a:pt x="4835398" y="28252"/>
                    <a:pt x="4658995" y="28252"/>
                  </a:cubicBezTo>
                  <a:lnTo>
                    <a:pt x="344678" y="28252"/>
                  </a:lnTo>
                  <a:lnTo>
                    <a:pt x="344678" y="14126"/>
                  </a:lnTo>
                  <a:lnTo>
                    <a:pt x="344678" y="28252"/>
                  </a:lnTo>
                  <a:cubicBezTo>
                    <a:pt x="168275" y="28252"/>
                    <a:pt x="25400" y="186042"/>
                    <a:pt x="25400" y="380559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429088" y="4614105"/>
            <a:ext cx="3752736" cy="1670171"/>
            <a:chOff x="0" y="0"/>
            <a:chExt cx="5003648" cy="22268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4126"/>
              <a:ext cx="4978146" cy="2198599"/>
            </a:xfrm>
            <a:custGeom>
              <a:avLst/>
              <a:gdLst/>
              <a:ahLst/>
              <a:cxnLst/>
              <a:rect r="r" b="b" t="t" l="l"/>
              <a:pathLst>
                <a:path h="2198599" w="4978146">
                  <a:moveTo>
                    <a:pt x="0" y="366433"/>
                  </a:moveTo>
                  <a:cubicBezTo>
                    <a:pt x="0" y="164005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64005"/>
                    <a:pt x="4978146" y="366433"/>
                  </a:cubicBezTo>
                  <a:lnTo>
                    <a:pt x="4978146" y="1832166"/>
                  </a:lnTo>
                  <a:cubicBezTo>
                    <a:pt x="4978146" y="2034595"/>
                    <a:pt x="4829556" y="2198600"/>
                    <a:pt x="4646168" y="2198600"/>
                  </a:cubicBezTo>
                  <a:lnTo>
                    <a:pt x="331978" y="2198600"/>
                  </a:lnTo>
                  <a:cubicBezTo>
                    <a:pt x="148590" y="2198600"/>
                    <a:pt x="0" y="2034595"/>
                    <a:pt x="0" y="183216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03546" cy="2226852"/>
            </a:xfrm>
            <a:custGeom>
              <a:avLst/>
              <a:gdLst/>
              <a:ahLst/>
              <a:cxnLst/>
              <a:rect r="r" b="b" t="t" l="l"/>
              <a:pathLst>
                <a:path h="2226852" w="5003546">
                  <a:moveTo>
                    <a:pt x="0" y="380559"/>
                  </a:moveTo>
                  <a:cubicBezTo>
                    <a:pt x="0" y="170221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4126"/>
                  </a:lnTo>
                  <a:lnTo>
                    <a:pt x="4658868" y="0"/>
                  </a:lnTo>
                  <a:cubicBezTo>
                    <a:pt x="4849114" y="0"/>
                    <a:pt x="5003546" y="170221"/>
                    <a:pt x="5003546" y="380559"/>
                  </a:cubicBezTo>
                  <a:lnTo>
                    <a:pt x="4990846" y="380559"/>
                  </a:lnTo>
                  <a:lnTo>
                    <a:pt x="5003546" y="380559"/>
                  </a:lnTo>
                  <a:lnTo>
                    <a:pt x="5003546" y="1846292"/>
                  </a:lnTo>
                  <a:lnTo>
                    <a:pt x="4990846" y="1846292"/>
                  </a:lnTo>
                  <a:lnTo>
                    <a:pt x="5003546" y="1846292"/>
                  </a:lnTo>
                  <a:cubicBezTo>
                    <a:pt x="5003546" y="2056631"/>
                    <a:pt x="4849114" y="2226852"/>
                    <a:pt x="4658868" y="2226852"/>
                  </a:cubicBezTo>
                  <a:lnTo>
                    <a:pt x="4658868" y="2212726"/>
                  </a:lnTo>
                  <a:lnTo>
                    <a:pt x="4658868" y="2226852"/>
                  </a:lnTo>
                  <a:lnTo>
                    <a:pt x="344678" y="2226852"/>
                  </a:lnTo>
                  <a:lnTo>
                    <a:pt x="344678" y="2212726"/>
                  </a:lnTo>
                  <a:lnTo>
                    <a:pt x="344678" y="2226852"/>
                  </a:lnTo>
                  <a:cubicBezTo>
                    <a:pt x="154432" y="2226852"/>
                    <a:pt x="0" y="2056631"/>
                    <a:pt x="0" y="1846292"/>
                  </a:cubicBezTo>
                  <a:lnTo>
                    <a:pt x="0" y="380559"/>
                  </a:lnTo>
                  <a:lnTo>
                    <a:pt x="12700" y="380559"/>
                  </a:lnTo>
                  <a:lnTo>
                    <a:pt x="0" y="380559"/>
                  </a:lnTo>
                  <a:moveTo>
                    <a:pt x="25400" y="380559"/>
                  </a:moveTo>
                  <a:lnTo>
                    <a:pt x="25400" y="1846292"/>
                  </a:lnTo>
                  <a:lnTo>
                    <a:pt x="12700" y="1846292"/>
                  </a:lnTo>
                  <a:lnTo>
                    <a:pt x="25400" y="1846292"/>
                  </a:lnTo>
                  <a:cubicBezTo>
                    <a:pt x="25400" y="2040810"/>
                    <a:pt x="168275" y="2198600"/>
                    <a:pt x="344678" y="2198600"/>
                  </a:cubicBezTo>
                  <a:lnTo>
                    <a:pt x="4658868" y="2198600"/>
                  </a:lnTo>
                  <a:cubicBezTo>
                    <a:pt x="4835271" y="2198600"/>
                    <a:pt x="4978146" y="2040810"/>
                    <a:pt x="4978146" y="1846292"/>
                  </a:cubicBezTo>
                  <a:lnTo>
                    <a:pt x="4978146" y="380559"/>
                  </a:lnTo>
                  <a:cubicBezTo>
                    <a:pt x="4978273" y="186042"/>
                    <a:pt x="4835398" y="28252"/>
                    <a:pt x="4658995" y="28252"/>
                  </a:cubicBezTo>
                  <a:lnTo>
                    <a:pt x="344678" y="28252"/>
                  </a:lnTo>
                  <a:lnTo>
                    <a:pt x="344678" y="14126"/>
                  </a:lnTo>
                  <a:lnTo>
                    <a:pt x="344678" y="28252"/>
                  </a:lnTo>
                  <a:cubicBezTo>
                    <a:pt x="168275" y="28252"/>
                    <a:pt x="25400" y="186042"/>
                    <a:pt x="25400" y="380559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311069" y="6398576"/>
            <a:ext cx="3752736" cy="1910009"/>
            <a:chOff x="0" y="0"/>
            <a:chExt cx="5003648" cy="25466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6155"/>
              <a:ext cx="4978146" cy="2514320"/>
            </a:xfrm>
            <a:custGeom>
              <a:avLst/>
              <a:gdLst/>
              <a:ahLst/>
              <a:cxnLst/>
              <a:rect r="r" b="b" t="t" l="l"/>
              <a:pathLst>
                <a:path h="2514320" w="4978146">
                  <a:moveTo>
                    <a:pt x="0" y="419053"/>
                  </a:moveTo>
                  <a:cubicBezTo>
                    <a:pt x="0" y="187556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87556"/>
                    <a:pt x="4978146" y="419053"/>
                  </a:cubicBezTo>
                  <a:lnTo>
                    <a:pt x="4978146" y="2095267"/>
                  </a:lnTo>
                  <a:cubicBezTo>
                    <a:pt x="4978146" y="2326764"/>
                    <a:pt x="4829556" y="2514320"/>
                    <a:pt x="4646168" y="2514320"/>
                  </a:cubicBezTo>
                  <a:lnTo>
                    <a:pt x="331978" y="2514320"/>
                  </a:lnTo>
                  <a:cubicBezTo>
                    <a:pt x="148590" y="2514320"/>
                    <a:pt x="0" y="2326764"/>
                    <a:pt x="0" y="209526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03546" cy="2546630"/>
            </a:xfrm>
            <a:custGeom>
              <a:avLst/>
              <a:gdLst/>
              <a:ahLst/>
              <a:cxnLst/>
              <a:rect r="r" b="b" t="t" l="l"/>
              <a:pathLst>
                <a:path h="2546630" w="5003546">
                  <a:moveTo>
                    <a:pt x="0" y="435208"/>
                  </a:moveTo>
                  <a:cubicBezTo>
                    <a:pt x="0" y="194664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6155"/>
                  </a:lnTo>
                  <a:lnTo>
                    <a:pt x="4658868" y="0"/>
                  </a:lnTo>
                  <a:cubicBezTo>
                    <a:pt x="4849114" y="0"/>
                    <a:pt x="5003546" y="194664"/>
                    <a:pt x="5003546" y="435208"/>
                  </a:cubicBezTo>
                  <a:lnTo>
                    <a:pt x="4990846" y="435208"/>
                  </a:lnTo>
                  <a:lnTo>
                    <a:pt x="5003546" y="435208"/>
                  </a:lnTo>
                  <a:lnTo>
                    <a:pt x="5003546" y="2111422"/>
                  </a:lnTo>
                  <a:lnTo>
                    <a:pt x="4990846" y="2111422"/>
                  </a:lnTo>
                  <a:lnTo>
                    <a:pt x="5003546" y="2111422"/>
                  </a:lnTo>
                  <a:cubicBezTo>
                    <a:pt x="5003546" y="2351965"/>
                    <a:pt x="4849114" y="2546630"/>
                    <a:pt x="4658868" y="2546630"/>
                  </a:cubicBezTo>
                  <a:lnTo>
                    <a:pt x="4658868" y="2530475"/>
                  </a:lnTo>
                  <a:lnTo>
                    <a:pt x="4658868" y="2546630"/>
                  </a:lnTo>
                  <a:lnTo>
                    <a:pt x="344678" y="2546630"/>
                  </a:lnTo>
                  <a:lnTo>
                    <a:pt x="344678" y="2530475"/>
                  </a:lnTo>
                  <a:lnTo>
                    <a:pt x="344678" y="2546630"/>
                  </a:lnTo>
                  <a:cubicBezTo>
                    <a:pt x="154432" y="2546630"/>
                    <a:pt x="0" y="2351965"/>
                    <a:pt x="0" y="2111422"/>
                  </a:cubicBezTo>
                  <a:lnTo>
                    <a:pt x="0" y="435208"/>
                  </a:lnTo>
                  <a:lnTo>
                    <a:pt x="12700" y="435208"/>
                  </a:lnTo>
                  <a:lnTo>
                    <a:pt x="0" y="435208"/>
                  </a:lnTo>
                  <a:moveTo>
                    <a:pt x="25400" y="435208"/>
                  </a:moveTo>
                  <a:lnTo>
                    <a:pt x="25400" y="2111422"/>
                  </a:lnTo>
                  <a:lnTo>
                    <a:pt x="12700" y="2111422"/>
                  </a:lnTo>
                  <a:lnTo>
                    <a:pt x="25400" y="2111422"/>
                  </a:lnTo>
                  <a:cubicBezTo>
                    <a:pt x="25400" y="2333872"/>
                    <a:pt x="168275" y="2514320"/>
                    <a:pt x="344678" y="2514320"/>
                  </a:cubicBezTo>
                  <a:lnTo>
                    <a:pt x="4658868" y="2514320"/>
                  </a:lnTo>
                  <a:cubicBezTo>
                    <a:pt x="4835271" y="2514320"/>
                    <a:pt x="4978146" y="2333872"/>
                    <a:pt x="4978146" y="2111422"/>
                  </a:cubicBezTo>
                  <a:lnTo>
                    <a:pt x="4978146" y="435208"/>
                  </a:lnTo>
                  <a:cubicBezTo>
                    <a:pt x="4978273" y="212758"/>
                    <a:pt x="4835398" y="32309"/>
                    <a:pt x="4658995" y="32309"/>
                  </a:cubicBezTo>
                  <a:lnTo>
                    <a:pt x="344678" y="32309"/>
                  </a:lnTo>
                  <a:lnTo>
                    <a:pt x="344678" y="16155"/>
                  </a:lnTo>
                  <a:lnTo>
                    <a:pt x="344678" y="32309"/>
                  </a:lnTo>
                  <a:cubicBezTo>
                    <a:pt x="168275" y="32309"/>
                    <a:pt x="25400" y="212758"/>
                    <a:pt x="25400" y="43520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429088" y="6398576"/>
            <a:ext cx="3752736" cy="1910009"/>
            <a:chOff x="0" y="0"/>
            <a:chExt cx="5003648" cy="25466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6155"/>
              <a:ext cx="4978146" cy="2514320"/>
            </a:xfrm>
            <a:custGeom>
              <a:avLst/>
              <a:gdLst/>
              <a:ahLst/>
              <a:cxnLst/>
              <a:rect r="r" b="b" t="t" l="l"/>
              <a:pathLst>
                <a:path h="2514320" w="4978146">
                  <a:moveTo>
                    <a:pt x="0" y="419053"/>
                  </a:moveTo>
                  <a:cubicBezTo>
                    <a:pt x="0" y="187556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87556"/>
                    <a:pt x="4978146" y="419053"/>
                  </a:cubicBezTo>
                  <a:lnTo>
                    <a:pt x="4978146" y="2095267"/>
                  </a:lnTo>
                  <a:cubicBezTo>
                    <a:pt x="4978146" y="2326764"/>
                    <a:pt x="4829556" y="2514320"/>
                    <a:pt x="4646168" y="2514320"/>
                  </a:cubicBezTo>
                  <a:lnTo>
                    <a:pt x="331978" y="2514320"/>
                  </a:lnTo>
                  <a:cubicBezTo>
                    <a:pt x="148590" y="2514320"/>
                    <a:pt x="0" y="2326764"/>
                    <a:pt x="0" y="209526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03546" cy="2546630"/>
            </a:xfrm>
            <a:custGeom>
              <a:avLst/>
              <a:gdLst/>
              <a:ahLst/>
              <a:cxnLst/>
              <a:rect r="r" b="b" t="t" l="l"/>
              <a:pathLst>
                <a:path h="2546630" w="5003546">
                  <a:moveTo>
                    <a:pt x="0" y="435208"/>
                  </a:moveTo>
                  <a:cubicBezTo>
                    <a:pt x="0" y="194664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6155"/>
                  </a:lnTo>
                  <a:lnTo>
                    <a:pt x="4658868" y="0"/>
                  </a:lnTo>
                  <a:cubicBezTo>
                    <a:pt x="4849114" y="0"/>
                    <a:pt x="5003546" y="194664"/>
                    <a:pt x="5003546" y="435208"/>
                  </a:cubicBezTo>
                  <a:lnTo>
                    <a:pt x="4990846" y="435208"/>
                  </a:lnTo>
                  <a:lnTo>
                    <a:pt x="5003546" y="435208"/>
                  </a:lnTo>
                  <a:lnTo>
                    <a:pt x="5003546" y="2111422"/>
                  </a:lnTo>
                  <a:lnTo>
                    <a:pt x="4990846" y="2111422"/>
                  </a:lnTo>
                  <a:lnTo>
                    <a:pt x="5003546" y="2111422"/>
                  </a:lnTo>
                  <a:cubicBezTo>
                    <a:pt x="5003546" y="2351965"/>
                    <a:pt x="4849114" y="2546630"/>
                    <a:pt x="4658868" y="2546630"/>
                  </a:cubicBezTo>
                  <a:lnTo>
                    <a:pt x="4658868" y="2530475"/>
                  </a:lnTo>
                  <a:lnTo>
                    <a:pt x="4658868" y="2546630"/>
                  </a:lnTo>
                  <a:lnTo>
                    <a:pt x="344678" y="2546630"/>
                  </a:lnTo>
                  <a:lnTo>
                    <a:pt x="344678" y="2530475"/>
                  </a:lnTo>
                  <a:lnTo>
                    <a:pt x="344678" y="2546630"/>
                  </a:lnTo>
                  <a:cubicBezTo>
                    <a:pt x="154432" y="2546630"/>
                    <a:pt x="0" y="2351965"/>
                    <a:pt x="0" y="2111422"/>
                  </a:cubicBezTo>
                  <a:lnTo>
                    <a:pt x="0" y="435208"/>
                  </a:lnTo>
                  <a:lnTo>
                    <a:pt x="12700" y="435208"/>
                  </a:lnTo>
                  <a:lnTo>
                    <a:pt x="0" y="435208"/>
                  </a:lnTo>
                  <a:moveTo>
                    <a:pt x="25400" y="435208"/>
                  </a:moveTo>
                  <a:lnTo>
                    <a:pt x="25400" y="2111422"/>
                  </a:lnTo>
                  <a:lnTo>
                    <a:pt x="12700" y="2111422"/>
                  </a:lnTo>
                  <a:lnTo>
                    <a:pt x="25400" y="2111422"/>
                  </a:lnTo>
                  <a:cubicBezTo>
                    <a:pt x="25400" y="2333872"/>
                    <a:pt x="168275" y="2514320"/>
                    <a:pt x="344678" y="2514320"/>
                  </a:cubicBezTo>
                  <a:lnTo>
                    <a:pt x="4658868" y="2514320"/>
                  </a:lnTo>
                  <a:cubicBezTo>
                    <a:pt x="4835271" y="2514320"/>
                    <a:pt x="4978146" y="2333872"/>
                    <a:pt x="4978146" y="2111422"/>
                  </a:cubicBezTo>
                  <a:lnTo>
                    <a:pt x="4978146" y="435208"/>
                  </a:lnTo>
                  <a:cubicBezTo>
                    <a:pt x="4978273" y="212758"/>
                    <a:pt x="4835398" y="32309"/>
                    <a:pt x="4658995" y="32309"/>
                  </a:cubicBezTo>
                  <a:lnTo>
                    <a:pt x="344678" y="32309"/>
                  </a:lnTo>
                  <a:lnTo>
                    <a:pt x="344678" y="16155"/>
                  </a:lnTo>
                  <a:lnTo>
                    <a:pt x="344678" y="32309"/>
                  </a:lnTo>
                  <a:cubicBezTo>
                    <a:pt x="168275" y="32309"/>
                    <a:pt x="25400" y="212758"/>
                    <a:pt x="25400" y="43520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361784" y="8718160"/>
            <a:ext cx="7851686" cy="754971"/>
            <a:chOff x="0" y="0"/>
            <a:chExt cx="10468915" cy="1006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68864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468864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10301098" y="0"/>
                  </a:lnTo>
                  <a:cubicBezTo>
                    <a:pt x="10393807" y="0"/>
                    <a:pt x="10468864" y="75057"/>
                    <a:pt x="10468864" y="167767"/>
                  </a:cubicBezTo>
                  <a:lnTo>
                    <a:pt x="10468864" y="838835"/>
                  </a:lnTo>
                  <a:cubicBezTo>
                    <a:pt x="10468864" y="931545"/>
                    <a:pt x="10393807" y="1006602"/>
                    <a:pt x="10301098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359878" y="8099438"/>
            <a:ext cx="1762952" cy="1440062"/>
            <a:chOff x="0" y="0"/>
            <a:chExt cx="2350603" cy="192008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213676" y="0"/>
              <a:ext cx="1955972" cy="1920082"/>
              <a:chOff x="0" y="0"/>
              <a:chExt cx="812800" cy="79788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797886"/>
              </a:xfrm>
              <a:custGeom>
                <a:avLst/>
                <a:gdLst/>
                <a:ahLst/>
                <a:cxnLst/>
                <a:rect r="r" b="b" t="t" l="l"/>
                <a:pathLst>
                  <a:path h="797886" w="812800">
                    <a:moveTo>
                      <a:pt x="406400" y="0"/>
                    </a:moveTo>
                    <a:cubicBezTo>
                      <a:pt x="181951" y="0"/>
                      <a:pt x="0" y="178613"/>
                      <a:pt x="0" y="398943"/>
                    </a:cubicBezTo>
                    <a:cubicBezTo>
                      <a:pt x="0" y="619273"/>
                      <a:pt x="181951" y="797886"/>
                      <a:pt x="406400" y="797886"/>
                    </a:cubicBezTo>
                    <a:cubicBezTo>
                      <a:pt x="630849" y="797886"/>
                      <a:pt x="812800" y="619273"/>
                      <a:pt x="812800" y="398943"/>
                    </a:cubicBezTo>
                    <a:cubicBezTo>
                      <a:pt x="812800" y="17861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BF5EA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74802"/>
                <a:ext cx="660400" cy="648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1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0" y="129215"/>
              <a:ext cx="2350603" cy="1661651"/>
            </a:xfrm>
            <a:custGeom>
              <a:avLst/>
              <a:gdLst/>
              <a:ahLst/>
              <a:cxnLst/>
              <a:rect r="r" b="b" t="t" l="l"/>
              <a:pathLst>
                <a:path h="1661651" w="2350603">
                  <a:moveTo>
                    <a:pt x="0" y="0"/>
                  </a:moveTo>
                  <a:lnTo>
                    <a:pt x="2350603" y="0"/>
                  </a:lnTo>
                  <a:lnTo>
                    <a:pt x="2350603" y="1661652"/>
                  </a:lnTo>
                  <a:lnTo>
                    <a:pt x="0" y="166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680002" y="2123427"/>
            <a:ext cx="5149353" cy="4412515"/>
          </a:xfrm>
          <a:custGeom>
            <a:avLst/>
            <a:gdLst/>
            <a:ahLst/>
            <a:cxnLst/>
            <a:rect r="r" b="b" t="t" l="l"/>
            <a:pathLst>
              <a:path h="4412515" w="5149353">
                <a:moveTo>
                  <a:pt x="0" y="0"/>
                </a:moveTo>
                <a:lnTo>
                  <a:pt x="5149353" y="0"/>
                </a:lnTo>
                <a:lnTo>
                  <a:pt x="5149353" y="4412515"/>
                </a:lnTo>
                <a:lnTo>
                  <a:pt x="0" y="4412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976" r="0" b="-92649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412043" y="1228149"/>
            <a:ext cx="7709983" cy="35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B76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 DE BRILLO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12043" y="1598766"/>
            <a:ext cx="784725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>
                <a:solidFill>
                  <a:srgbClr val="732135"/>
                </a:solidFill>
                <a:latin typeface="Georgia"/>
                <a:ea typeface="Georgia"/>
                <a:cs typeface="Georgia"/>
                <a:sym typeface="Georgia"/>
              </a:rPr>
              <a:t>Jabón de Azufre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12043" y="2875355"/>
            <a:ext cx="775116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Limpieza específica para piel grasa, brillo persistente y poros congestionados.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80671" y="3996742"/>
            <a:ext cx="1807493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90 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47269" y="3996742"/>
            <a:ext cx="71586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Bs.- 35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31670" y="4861527"/>
            <a:ext cx="119509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31670" y="5095718"/>
            <a:ext cx="308408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El azufre se usa en cosmetica por su apoyo en higiene de piel grasa.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limpiar poros obstruidos y mantener la piel mate y libre de brillo.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49690" y="4861527"/>
            <a:ext cx="93761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BENEFICIO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49690" y="5143500"/>
            <a:ext cx="308408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Ofrece una potente acción seborreguladora y antiséptica que combate eficazmente la bacteria responsable del acné. Previene puntos negros.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31670" y="6645997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APLICACION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31670" y="6904172"/>
            <a:ext cx="308408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Frot</a:t>
            </a: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ar la barra con las manos húmedas hasta obtener espuma, masajear la zona T con movimientos circulares durante unos segundos y enjuagar con abundante agua.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749690" y="6645997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RECOMENDACION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749690" y="6904172"/>
            <a:ext cx="308408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Incotpórelo inicialmente de 2 a 3 veces por semana en la rutina nocturna. Al notar la reducción de grasa, puede espaciar su uso para evitar resecar la piel o alterar la barrera protectora natural.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686577" y="8857520"/>
            <a:ext cx="72021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Uso exclusivo por las noches, sin exposicion al sol, al viento ni al maquillaje.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3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04131" y="0"/>
            <a:ext cx="8797709" cy="10295039"/>
            <a:chOff x="0" y="0"/>
            <a:chExt cx="11730279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3033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1730330">
                  <a:moveTo>
                    <a:pt x="0" y="0"/>
                  </a:moveTo>
                  <a:lnTo>
                    <a:pt x="11730330" y="0"/>
                  </a:lnTo>
                  <a:lnTo>
                    <a:pt x="11730330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57843" y="1304039"/>
            <a:ext cx="6177029" cy="6657461"/>
            <a:chOff x="0" y="0"/>
            <a:chExt cx="8236039" cy="8876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077" cy="8876665"/>
            </a:xfrm>
            <a:custGeom>
              <a:avLst/>
              <a:gdLst/>
              <a:ahLst/>
              <a:cxnLst/>
              <a:rect r="r" b="b" t="t" l="l"/>
              <a:pathLst>
                <a:path h="8876665" w="8236077">
                  <a:moveTo>
                    <a:pt x="0" y="1372743"/>
                  </a:moveTo>
                  <a:cubicBezTo>
                    <a:pt x="0" y="614553"/>
                    <a:pt x="614553" y="0"/>
                    <a:pt x="1372743" y="0"/>
                  </a:cubicBezTo>
                  <a:lnTo>
                    <a:pt x="6863334" y="0"/>
                  </a:lnTo>
                  <a:cubicBezTo>
                    <a:pt x="7621397" y="0"/>
                    <a:pt x="8236077" y="614553"/>
                    <a:pt x="8236077" y="1372743"/>
                  </a:cubicBezTo>
                  <a:lnTo>
                    <a:pt x="8236077" y="7503922"/>
                  </a:lnTo>
                  <a:cubicBezTo>
                    <a:pt x="8236077" y="8261985"/>
                    <a:pt x="7621524" y="8876665"/>
                    <a:pt x="6863334" y="8876665"/>
                  </a:cubicBezTo>
                  <a:lnTo>
                    <a:pt x="1372743" y="8876665"/>
                  </a:lnTo>
                  <a:cubicBezTo>
                    <a:pt x="614553" y="8876665"/>
                    <a:pt x="0" y="8261985"/>
                    <a:pt x="0" y="75039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1059" y="3733667"/>
            <a:ext cx="2127647" cy="521618"/>
            <a:chOff x="0" y="0"/>
            <a:chExt cx="2836862" cy="695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6926" cy="695579"/>
            </a:xfrm>
            <a:custGeom>
              <a:avLst/>
              <a:gdLst/>
              <a:ahLst/>
              <a:cxnLst/>
              <a:rect r="r" b="b" t="t" l="l"/>
              <a:pathLst>
                <a:path h="695579" w="2836926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720975" y="0"/>
                  </a:lnTo>
                  <a:cubicBezTo>
                    <a:pt x="2784983" y="0"/>
                    <a:pt x="2836926" y="51943"/>
                    <a:pt x="2836926" y="115951"/>
                  </a:cubicBezTo>
                  <a:lnTo>
                    <a:pt x="2836926" y="579628"/>
                  </a:lnTo>
                  <a:cubicBezTo>
                    <a:pt x="2836926" y="643636"/>
                    <a:pt x="2784983" y="695579"/>
                    <a:pt x="272097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212049" y="3733667"/>
            <a:ext cx="1647206" cy="521618"/>
            <a:chOff x="0" y="0"/>
            <a:chExt cx="2196274" cy="695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6338" cy="695579"/>
            </a:xfrm>
            <a:custGeom>
              <a:avLst/>
              <a:gdLst/>
              <a:ahLst/>
              <a:cxnLst/>
              <a:rect r="r" b="b" t="t" l="l"/>
              <a:pathLst>
                <a:path h="695579" w="2196338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080387" y="0"/>
                  </a:lnTo>
                  <a:cubicBezTo>
                    <a:pt x="2144395" y="0"/>
                    <a:pt x="2196338" y="51943"/>
                    <a:pt x="2196338" y="115951"/>
                  </a:cubicBezTo>
                  <a:lnTo>
                    <a:pt x="2196338" y="579628"/>
                  </a:lnTo>
                  <a:cubicBezTo>
                    <a:pt x="2196338" y="643636"/>
                    <a:pt x="2144395" y="695579"/>
                    <a:pt x="2080387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7321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41524" y="4492838"/>
            <a:ext cx="3752736" cy="1501550"/>
            <a:chOff x="0" y="0"/>
            <a:chExt cx="5003648" cy="20020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4978146" cy="1976628"/>
            </a:xfrm>
            <a:custGeom>
              <a:avLst/>
              <a:gdLst/>
              <a:ahLst/>
              <a:cxnLst/>
              <a:rect r="r" b="b" t="t" l="l"/>
              <a:pathLst>
                <a:path h="1976628" w="4978146">
                  <a:moveTo>
                    <a:pt x="0" y="329438"/>
                  </a:moveTo>
                  <a:cubicBezTo>
                    <a:pt x="0" y="147447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47447"/>
                    <a:pt x="4978146" y="329438"/>
                  </a:cubicBezTo>
                  <a:lnTo>
                    <a:pt x="4978146" y="1647190"/>
                  </a:lnTo>
                  <a:cubicBezTo>
                    <a:pt x="4978146" y="1829181"/>
                    <a:pt x="4829556" y="1976628"/>
                    <a:pt x="4646168" y="1976628"/>
                  </a:cubicBezTo>
                  <a:lnTo>
                    <a:pt x="331978" y="1976628"/>
                  </a:lnTo>
                  <a:cubicBezTo>
                    <a:pt x="148590" y="1976628"/>
                    <a:pt x="0" y="1829181"/>
                    <a:pt x="0" y="16471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03546" cy="2002028"/>
            </a:xfrm>
            <a:custGeom>
              <a:avLst/>
              <a:gdLst/>
              <a:ahLst/>
              <a:cxnLst/>
              <a:rect r="r" b="b" t="t" l="l"/>
              <a:pathLst>
                <a:path h="2002028" w="5003546">
                  <a:moveTo>
                    <a:pt x="0" y="342138"/>
                  </a:moveTo>
                  <a:cubicBezTo>
                    <a:pt x="0" y="153035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2700"/>
                  </a:lnTo>
                  <a:lnTo>
                    <a:pt x="4658868" y="0"/>
                  </a:lnTo>
                  <a:cubicBezTo>
                    <a:pt x="4849114" y="0"/>
                    <a:pt x="5003546" y="153035"/>
                    <a:pt x="5003546" y="342138"/>
                  </a:cubicBezTo>
                  <a:lnTo>
                    <a:pt x="4990846" y="342138"/>
                  </a:lnTo>
                  <a:lnTo>
                    <a:pt x="5003546" y="342138"/>
                  </a:lnTo>
                  <a:lnTo>
                    <a:pt x="5003546" y="1659890"/>
                  </a:lnTo>
                  <a:lnTo>
                    <a:pt x="4990846" y="1659890"/>
                  </a:lnTo>
                  <a:lnTo>
                    <a:pt x="5003546" y="1659890"/>
                  </a:lnTo>
                  <a:cubicBezTo>
                    <a:pt x="5003546" y="1848993"/>
                    <a:pt x="4849114" y="2002028"/>
                    <a:pt x="4658868" y="2002028"/>
                  </a:cubicBezTo>
                  <a:lnTo>
                    <a:pt x="4658868" y="1989328"/>
                  </a:lnTo>
                  <a:lnTo>
                    <a:pt x="4658868" y="2002028"/>
                  </a:lnTo>
                  <a:lnTo>
                    <a:pt x="344678" y="2002028"/>
                  </a:lnTo>
                  <a:lnTo>
                    <a:pt x="344678" y="1989328"/>
                  </a:lnTo>
                  <a:lnTo>
                    <a:pt x="344678" y="2002028"/>
                  </a:lnTo>
                  <a:cubicBezTo>
                    <a:pt x="154432" y="2002028"/>
                    <a:pt x="0" y="1848993"/>
                    <a:pt x="0" y="1659890"/>
                  </a:cubicBezTo>
                  <a:lnTo>
                    <a:pt x="0" y="342138"/>
                  </a:lnTo>
                  <a:lnTo>
                    <a:pt x="12700" y="342138"/>
                  </a:lnTo>
                  <a:lnTo>
                    <a:pt x="0" y="342138"/>
                  </a:lnTo>
                  <a:moveTo>
                    <a:pt x="25400" y="342138"/>
                  </a:moveTo>
                  <a:lnTo>
                    <a:pt x="25400" y="1659890"/>
                  </a:lnTo>
                  <a:lnTo>
                    <a:pt x="12700" y="1659890"/>
                  </a:lnTo>
                  <a:lnTo>
                    <a:pt x="25400" y="1659890"/>
                  </a:lnTo>
                  <a:cubicBezTo>
                    <a:pt x="25400" y="1834769"/>
                    <a:pt x="168275" y="1976628"/>
                    <a:pt x="344678" y="1976628"/>
                  </a:cubicBezTo>
                  <a:lnTo>
                    <a:pt x="4658868" y="1976628"/>
                  </a:lnTo>
                  <a:cubicBezTo>
                    <a:pt x="4835271" y="1976628"/>
                    <a:pt x="4978146" y="1834769"/>
                    <a:pt x="4978146" y="1659890"/>
                  </a:cubicBezTo>
                  <a:lnTo>
                    <a:pt x="4978146" y="342138"/>
                  </a:lnTo>
                  <a:cubicBezTo>
                    <a:pt x="4978273" y="167259"/>
                    <a:pt x="4835398" y="25400"/>
                    <a:pt x="4658995" y="25400"/>
                  </a:cubicBezTo>
                  <a:lnTo>
                    <a:pt x="344678" y="25400"/>
                  </a:lnTo>
                  <a:lnTo>
                    <a:pt x="344678" y="12700"/>
                  </a:lnTo>
                  <a:lnTo>
                    <a:pt x="344678" y="25400"/>
                  </a:lnTo>
                  <a:cubicBezTo>
                    <a:pt x="168275" y="25400"/>
                    <a:pt x="25400" y="167259"/>
                    <a:pt x="25400" y="34213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959544" y="4492838"/>
            <a:ext cx="3752736" cy="1501550"/>
            <a:chOff x="0" y="0"/>
            <a:chExt cx="5003648" cy="20020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4978146" cy="1976628"/>
            </a:xfrm>
            <a:custGeom>
              <a:avLst/>
              <a:gdLst/>
              <a:ahLst/>
              <a:cxnLst/>
              <a:rect r="r" b="b" t="t" l="l"/>
              <a:pathLst>
                <a:path h="1976628" w="4978146">
                  <a:moveTo>
                    <a:pt x="0" y="329438"/>
                  </a:moveTo>
                  <a:cubicBezTo>
                    <a:pt x="0" y="147447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47447"/>
                    <a:pt x="4978146" y="329438"/>
                  </a:cubicBezTo>
                  <a:lnTo>
                    <a:pt x="4978146" y="1647190"/>
                  </a:lnTo>
                  <a:cubicBezTo>
                    <a:pt x="4978146" y="1829181"/>
                    <a:pt x="4829556" y="1976628"/>
                    <a:pt x="4646168" y="1976628"/>
                  </a:cubicBezTo>
                  <a:lnTo>
                    <a:pt x="331978" y="1976628"/>
                  </a:lnTo>
                  <a:cubicBezTo>
                    <a:pt x="148590" y="1976628"/>
                    <a:pt x="0" y="1829181"/>
                    <a:pt x="0" y="16471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03546" cy="2002028"/>
            </a:xfrm>
            <a:custGeom>
              <a:avLst/>
              <a:gdLst/>
              <a:ahLst/>
              <a:cxnLst/>
              <a:rect r="r" b="b" t="t" l="l"/>
              <a:pathLst>
                <a:path h="2002028" w="5003546">
                  <a:moveTo>
                    <a:pt x="0" y="342138"/>
                  </a:moveTo>
                  <a:cubicBezTo>
                    <a:pt x="0" y="153035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2700"/>
                  </a:lnTo>
                  <a:lnTo>
                    <a:pt x="4658868" y="0"/>
                  </a:lnTo>
                  <a:cubicBezTo>
                    <a:pt x="4849114" y="0"/>
                    <a:pt x="5003546" y="153035"/>
                    <a:pt x="5003546" y="342138"/>
                  </a:cubicBezTo>
                  <a:lnTo>
                    <a:pt x="4990846" y="342138"/>
                  </a:lnTo>
                  <a:lnTo>
                    <a:pt x="5003546" y="342138"/>
                  </a:lnTo>
                  <a:lnTo>
                    <a:pt x="5003546" y="1659890"/>
                  </a:lnTo>
                  <a:lnTo>
                    <a:pt x="4990846" y="1659890"/>
                  </a:lnTo>
                  <a:lnTo>
                    <a:pt x="5003546" y="1659890"/>
                  </a:lnTo>
                  <a:cubicBezTo>
                    <a:pt x="5003546" y="1848993"/>
                    <a:pt x="4849114" y="2002028"/>
                    <a:pt x="4658868" y="2002028"/>
                  </a:cubicBezTo>
                  <a:lnTo>
                    <a:pt x="4658868" y="1989328"/>
                  </a:lnTo>
                  <a:lnTo>
                    <a:pt x="4658868" y="2002028"/>
                  </a:lnTo>
                  <a:lnTo>
                    <a:pt x="344678" y="2002028"/>
                  </a:lnTo>
                  <a:lnTo>
                    <a:pt x="344678" y="1989328"/>
                  </a:lnTo>
                  <a:lnTo>
                    <a:pt x="344678" y="2002028"/>
                  </a:lnTo>
                  <a:cubicBezTo>
                    <a:pt x="154432" y="2002028"/>
                    <a:pt x="0" y="1848993"/>
                    <a:pt x="0" y="1659890"/>
                  </a:cubicBezTo>
                  <a:lnTo>
                    <a:pt x="0" y="342138"/>
                  </a:lnTo>
                  <a:lnTo>
                    <a:pt x="12700" y="342138"/>
                  </a:lnTo>
                  <a:lnTo>
                    <a:pt x="0" y="342138"/>
                  </a:lnTo>
                  <a:moveTo>
                    <a:pt x="25400" y="342138"/>
                  </a:moveTo>
                  <a:lnTo>
                    <a:pt x="25400" y="1659890"/>
                  </a:lnTo>
                  <a:lnTo>
                    <a:pt x="12700" y="1659890"/>
                  </a:lnTo>
                  <a:lnTo>
                    <a:pt x="25400" y="1659890"/>
                  </a:lnTo>
                  <a:cubicBezTo>
                    <a:pt x="25400" y="1834769"/>
                    <a:pt x="168275" y="1976628"/>
                    <a:pt x="344678" y="1976628"/>
                  </a:cubicBezTo>
                  <a:lnTo>
                    <a:pt x="4658868" y="1976628"/>
                  </a:lnTo>
                  <a:cubicBezTo>
                    <a:pt x="4835271" y="1976628"/>
                    <a:pt x="4978146" y="1834769"/>
                    <a:pt x="4978146" y="1659890"/>
                  </a:cubicBezTo>
                  <a:lnTo>
                    <a:pt x="4978146" y="342138"/>
                  </a:lnTo>
                  <a:cubicBezTo>
                    <a:pt x="4978273" y="167259"/>
                    <a:pt x="4835398" y="25400"/>
                    <a:pt x="4658995" y="25400"/>
                  </a:cubicBezTo>
                  <a:lnTo>
                    <a:pt x="344678" y="25400"/>
                  </a:lnTo>
                  <a:lnTo>
                    <a:pt x="344678" y="12700"/>
                  </a:lnTo>
                  <a:lnTo>
                    <a:pt x="344678" y="25400"/>
                  </a:lnTo>
                  <a:cubicBezTo>
                    <a:pt x="168275" y="25400"/>
                    <a:pt x="25400" y="167259"/>
                    <a:pt x="25400" y="34213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41524" y="6277308"/>
            <a:ext cx="3752736" cy="1864624"/>
            <a:chOff x="0" y="0"/>
            <a:chExt cx="5003648" cy="24861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5771"/>
              <a:ext cx="4978146" cy="2454577"/>
            </a:xfrm>
            <a:custGeom>
              <a:avLst/>
              <a:gdLst/>
              <a:ahLst/>
              <a:cxnLst/>
              <a:rect r="r" b="b" t="t" l="l"/>
              <a:pathLst>
                <a:path h="2454577" w="4978146">
                  <a:moveTo>
                    <a:pt x="0" y="409096"/>
                  </a:moveTo>
                  <a:cubicBezTo>
                    <a:pt x="0" y="183100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83100"/>
                    <a:pt x="4978146" y="409096"/>
                  </a:cubicBezTo>
                  <a:lnTo>
                    <a:pt x="4978146" y="2045481"/>
                  </a:lnTo>
                  <a:cubicBezTo>
                    <a:pt x="4978146" y="2271477"/>
                    <a:pt x="4829556" y="2454577"/>
                    <a:pt x="4646168" y="2454577"/>
                  </a:cubicBezTo>
                  <a:lnTo>
                    <a:pt x="331978" y="2454577"/>
                  </a:lnTo>
                  <a:cubicBezTo>
                    <a:pt x="148590" y="2454577"/>
                    <a:pt x="0" y="2271477"/>
                    <a:pt x="0" y="204548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03546" cy="2486118"/>
            </a:xfrm>
            <a:custGeom>
              <a:avLst/>
              <a:gdLst/>
              <a:ahLst/>
              <a:cxnLst/>
              <a:rect r="r" b="b" t="t" l="l"/>
              <a:pathLst>
                <a:path h="2486118" w="5003546">
                  <a:moveTo>
                    <a:pt x="0" y="424867"/>
                  </a:moveTo>
                  <a:cubicBezTo>
                    <a:pt x="0" y="190039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5771"/>
                  </a:lnTo>
                  <a:lnTo>
                    <a:pt x="4658868" y="0"/>
                  </a:lnTo>
                  <a:cubicBezTo>
                    <a:pt x="4849114" y="0"/>
                    <a:pt x="5003546" y="190039"/>
                    <a:pt x="5003546" y="424867"/>
                  </a:cubicBezTo>
                  <a:lnTo>
                    <a:pt x="4990846" y="424867"/>
                  </a:lnTo>
                  <a:lnTo>
                    <a:pt x="5003546" y="424867"/>
                  </a:lnTo>
                  <a:lnTo>
                    <a:pt x="5003546" y="2061252"/>
                  </a:lnTo>
                  <a:lnTo>
                    <a:pt x="4990846" y="2061252"/>
                  </a:lnTo>
                  <a:lnTo>
                    <a:pt x="5003546" y="2061252"/>
                  </a:lnTo>
                  <a:cubicBezTo>
                    <a:pt x="5003546" y="2296080"/>
                    <a:pt x="4849114" y="2486118"/>
                    <a:pt x="4658868" y="2486118"/>
                  </a:cubicBezTo>
                  <a:lnTo>
                    <a:pt x="4658868" y="2470348"/>
                  </a:lnTo>
                  <a:lnTo>
                    <a:pt x="4658868" y="2486118"/>
                  </a:lnTo>
                  <a:lnTo>
                    <a:pt x="344678" y="2486118"/>
                  </a:lnTo>
                  <a:lnTo>
                    <a:pt x="344678" y="2470348"/>
                  </a:lnTo>
                  <a:lnTo>
                    <a:pt x="344678" y="2486118"/>
                  </a:lnTo>
                  <a:cubicBezTo>
                    <a:pt x="154432" y="2486118"/>
                    <a:pt x="0" y="2296080"/>
                    <a:pt x="0" y="2061252"/>
                  </a:cubicBezTo>
                  <a:lnTo>
                    <a:pt x="0" y="424867"/>
                  </a:lnTo>
                  <a:lnTo>
                    <a:pt x="12700" y="424867"/>
                  </a:lnTo>
                  <a:lnTo>
                    <a:pt x="0" y="424867"/>
                  </a:lnTo>
                  <a:moveTo>
                    <a:pt x="25400" y="424867"/>
                  </a:moveTo>
                  <a:lnTo>
                    <a:pt x="25400" y="2061252"/>
                  </a:lnTo>
                  <a:lnTo>
                    <a:pt x="12700" y="2061252"/>
                  </a:lnTo>
                  <a:lnTo>
                    <a:pt x="25400" y="2061252"/>
                  </a:lnTo>
                  <a:cubicBezTo>
                    <a:pt x="25400" y="2278416"/>
                    <a:pt x="168275" y="2454577"/>
                    <a:pt x="344678" y="2454577"/>
                  </a:cubicBezTo>
                  <a:lnTo>
                    <a:pt x="4658868" y="2454577"/>
                  </a:lnTo>
                  <a:cubicBezTo>
                    <a:pt x="4835271" y="2454577"/>
                    <a:pt x="4978146" y="2278416"/>
                    <a:pt x="4978146" y="2061252"/>
                  </a:cubicBezTo>
                  <a:lnTo>
                    <a:pt x="4978146" y="424867"/>
                  </a:lnTo>
                  <a:cubicBezTo>
                    <a:pt x="4978273" y="207702"/>
                    <a:pt x="4835398" y="31542"/>
                    <a:pt x="4658995" y="31542"/>
                  </a:cubicBezTo>
                  <a:lnTo>
                    <a:pt x="344678" y="31542"/>
                  </a:lnTo>
                  <a:lnTo>
                    <a:pt x="344678" y="15771"/>
                  </a:lnTo>
                  <a:lnTo>
                    <a:pt x="344678" y="31542"/>
                  </a:lnTo>
                  <a:cubicBezTo>
                    <a:pt x="168275" y="31542"/>
                    <a:pt x="25400" y="207702"/>
                    <a:pt x="25400" y="424867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959544" y="6277308"/>
            <a:ext cx="3752736" cy="1864624"/>
            <a:chOff x="0" y="0"/>
            <a:chExt cx="5003648" cy="24861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5771"/>
              <a:ext cx="4978146" cy="2454577"/>
            </a:xfrm>
            <a:custGeom>
              <a:avLst/>
              <a:gdLst/>
              <a:ahLst/>
              <a:cxnLst/>
              <a:rect r="r" b="b" t="t" l="l"/>
              <a:pathLst>
                <a:path h="2454577" w="4978146">
                  <a:moveTo>
                    <a:pt x="0" y="409096"/>
                  </a:moveTo>
                  <a:cubicBezTo>
                    <a:pt x="0" y="183100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83100"/>
                    <a:pt x="4978146" y="409096"/>
                  </a:cubicBezTo>
                  <a:lnTo>
                    <a:pt x="4978146" y="2045481"/>
                  </a:lnTo>
                  <a:cubicBezTo>
                    <a:pt x="4978146" y="2271477"/>
                    <a:pt x="4829556" y="2454577"/>
                    <a:pt x="4646168" y="2454577"/>
                  </a:cubicBezTo>
                  <a:lnTo>
                    <a:pt x="331978" y="2454577"/>
                  </a:lnTo>
                  <a:cubicBezTo>
                    <a:pt x="148590" y="2454577"/>
                    <a:pt x="0" y="2271477"/>
                    <a:pt x="0" y="204548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03546" cy="2486118"/>
            </a:xfrm>
            <a:custGeom>
              <a:avLst/>
              <a:gdLst/>
              <a:ahLst/>
              <a:cxnLst/>
              <a:rect r="r" b="b" t="t" l="l"/>
              <a:pathLst>
                <a:path h="2486118" w="5003546">
                  <a:moveTo>
                    <a:pt x="0" y="424867"/>
                  </a:moveTo>
                  <a:cubicBezTo>
                    <a:pt x="0" y="190039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5771"/>
                  </a:lnTo>
                  <a:lnTo>
                    <a:pt x="4658868" y="0"/>
                  </a:lnTo>
                  <a:cubicBezTo>
                    <a:pt x="4849114" y="0"/>
                    <a:pt x="5003546" y="190039"/>
                    <a:pt x="5003546" y="424867"/>
                  </a:cubicBezTo>
                  <a:lnTo>
                    <a:pt x="4990846" y="424867"/>
                  </a:lnTo>
                  <a:lnTo>
                    <a:pt x="5003546" y="424867"/>
                  </a:lnTo>
                  <a:lnTo>
                    <a:pt x="5003546" y="2061252"/>
                  </a:lnTo>
                  <a:lnTo>
                    <a:pt x="4990846" y="2061252"/>
                  </a:lnTo>
                  <a:lnTo>
                    <a:pt x="5003546" y="2061252"/>
                  </a:lnTo>
                  <a:cubicBezTo>
                    <a:pt x="5003546" y="2296080"/>
                    <a:pt x="4849114" y="2486118"/>
                    <a:pt x="4658868" y="2486118"/>
                  </a:cubicBezTo>
                  <a:lnTo>
                    <a:pt x="4658868" y="2470348"/>
                  </a:lnTo>
                  <a:lnTo>
                    <a:pt x="4658868" y="2486118"/>
                  </a:lnTo>
                  <a:lnTo>
                    <a:pt x="344678" y="2486118"/>
                  </a:lnTo>
                  <a:lnTo>
                    <a:pt x="344678" y="2470348"/>
                  </a:lnTo>
                  <a:lnTo>
                    <a:pt x="344678" y="2486118"/>
                  </a:lnTo>
                  <a:cubicBezTo>
                    <a:pt x="154432" y="2486118"/>
                    <a:pt x="0" y="2296080"/>
                    <a:pt x="0" y="2061252"/>
                  </a:cubicBezTo>
                  <a:lnTo>
                    <a:pt x="0" y="424867"/>
                  </a:lnTo>
                  <a:lnTo>
                    <a:pt x="12700" y="424867"/>
                  </a:lnTo>
                  <a:lnTo>
                    <a:pt x="0" y="424867"/>
                  </a:lnTo>
                  <a:moveTo>
                    <a:pt x="25400" y="424867"/>
                  </a:moveTo>
                  <a:lnTo>
                    <a:pt x="25400" y="2061252"/>
                  </a:lnTo>
                  <a:lnTo>
                    <a:pt x="12700" y="2061252"/>
                  </a:lnTo>
                  <a:lnTo>
                    <a:pt x="25400" y="2061252"/>
                  </a:lnTo>
                  <a:cubicBezTo>
                    <a:pt x="25400" y="2278416"/>
                    <a:pt x="168275" y="2454577"/>
                    <a:pt x="344678" y="2454577"/>
                  </a:cubicBezTo>
                  <a:lnTo>
                    <a:pt x="4658868" y="2454577"/>
                  </a:lnTo>
                  <a:cubicBezTo>
                    <a:pt x="4835271" y="2454577"/>
                    <a:pt x="4978146" y="2278416"/>
                    <a:pt x="4978146" y="2061252"/>
                  </a:cubicBezTo>
                  <a:lnTo>
                    <a:pt x="4978146" y="424867"/>
                  </a:lnTo>
                  <a:cubicBezTo>
                    <a:pt x="4978273" y="207702"/>
                    <a:pt x="4835398" y="31542"/>
                    <a:pt x="4658995" y="31542"/>
                  </a:cubicBezTo>
                  <a:lnTo>
                    <a:pt x="344678" y="31542"/>
                  </a:lnTo>
                  <a:lnTo>
                    <a:pt x="344678" y="15771"/>
                  </a:lnTo>
                  <a:lnTo>
                    <a:pt x="344678" y="31542"/>
                  </a:lnTo>
                  <a:cubicBezTo>
                    <a:pt x="168275" y="31542"/>
                    <a:pt x="25400" y="207702"/>
                    <a:pt x="25400" y="424867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51059" y="8621230"/>
            <a:ext cx="7851686" cy="754971"/>
            <a:chOff x="0" y="0"/>
            <a:chExt cx="10468915" cy="1006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68864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468864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10301098" y="0"/>
                  </a:lnTo>
                  <a:cubicBezTo>
                    <a:pt x="10393807" y="0"/>
                    <a:pt x="10468864" y="75057"/>
                    <a:pt x="10468864" y="167767"/>
                  </a:cubicBezTo>
                  <a:lnTo>
                    <a:pt x="10468864" y="838835"/>
                  </a:lnTo>
                  <a:cubicBezTo>
                    <a:pt x="10468864" y="931545"/>
                    <a:pt x="10393807" y="1006602"/>
                    <a:pt x="10301098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3103521" y="8272153"/>
            <a:ext cx="1762952" cy="1246239"/>
          </a:xfrm>
          <a:custGeom>
            <a:avLst/>
            <a:gdLst/>
            <a:ahLst/>
            <a:cxnLst/>
            <a:rect r="r" b="b" t="t" l="l"/>
            <a:pathLst>
              <a:path h="1246239" w="1762952">
                <a:moveTo>
                  <a:pt x="0" y="0"/>
                </a:moveTo>
                <a:lnTo>
                  <a:pt x="1762952" y="0"/>
                </a:lnTo>
                <a:lnTo>
                  <a:pt x="1762952" y="1246239"/>
                </a:lnTo>
                <a:lnTo>
                  <a:pt x="0" y="1246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588847" y="2604338"/>
            <a:ext cx="4940280" cy="4048351"/>
          </a:xfrm>
          <a:custGeom>
            <a:avLst/>
            <a:gdLst/>
            <a:ahLst/>
            <a:cxnLst/>
            <a:rect r="r" b="b" t="t" l="l"/>
            <a:pathLst>
              <a:path h="4048351" w="4940280">
                <a:moveTo>
                  <a:pt x="0" y="0"/>
                </a:moveTo>
                <a:lnTo>
                  <a:pt x="4940279" y="0"/>
                </a:lnTo>
                <a:lnTo>
                  <a:pt x="4940279" y="4048351"/>
                </a:lnTo>
                <a:lnTo>
                  <a:pt x="0" y="40483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6284" r="0" b="-95449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42499" y="1106881"/>
            <a:ext cx="7709983" cy="35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B76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PIEL SENSIBLE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2499" y="1477499"/>
            <a:ext cx="784725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>
                <a:solidFill>
                  <a:srgbClr val="732135"/>
                </a:solidFill>
                <a:latin typeface="Georgia"/>
                <a:ea typeface="Georgia"/>
                <a:cs typeface="Georgia"/>
                <a:sym typeface="Georgia"/>
              </a:rPr>
              <a:t>Jabón de Manzanilla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2499" y="2754087"/>
            <a:ext cx="7751169" cy="76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Suavidad herbal para limpiar, nutrir y dar confort a pieles delicadas.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1126" y="3875475"/>
            <a:ext cx="1807493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90 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668944" y="3875475"/>
            <a:ext cx="73342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Bs.- 30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62126" y="4740259"/>
            <a:ext cx="119509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9577" y="4979384"/>
            <a:ext cx="308408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La manzanilla aporta compuestos calmantes asociados al confort de la piel sensible sin generar tirantez ni resequedad.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80146" y="4740259"/>
            <a:ext cx="93761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BENEFICIO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280146" y="4979384"/>
            <a:ext cx="308408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Su alto contenido de azuleno y bisabolol aporta una potente acción desinflamatoria que calma irritaciones y rojeces.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62126" y="6524730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APLICACION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62126" y="6782905"/>
            <a:ext cx="308408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Frot</a:t>
            </a: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ar la barra con las manos húmedas hasta obtener espuma, masajear la zona con movimientos circulares durante unos segundos y enjuagar con abundante agua.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280146" y="6524730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RECOMENDACION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293871" y="6782905"/>
            <a:ext cx="308408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Es el aliado para relajar el cutis al final del día. Incorporar en su rutina nocturna para liberar la piel del estrés ambiental acumulado.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93741" y="8906980"/>
            <a:ext cx="676632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Formula artesanal para un tratamiento calmante por excelencia.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5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596703" cy="10295039"/>
            <a:chOff x="0" y="0"/>
            <a:chExt cx="11462271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6232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1462321">
                  <a:moveTo>
                    <a:pt x="0" y="0"/>
                  </a:moveTo>
                  <a:lnTo>
                    <a:pt x="11462321" y="0"/>
                  </a:lnTo>
                  <a:lnTo>
                    <a:pt x="1146232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B7654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09837" y="1281355"/>
            <a:ext cx="6177029" cy="6657461"/>
            <a:chOff x="0" y="0"/>
            <a:chExt cx="8236039" cy="8876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077" cy="8876665"/>
            </a:xfrm>
            <a:custGeom>
              <a:avLst/>
              <a:gdLst/>
              <a:ahLst/>
              <a:cxnLst/>
              <a:rect r="r" b="b" t="t" l="l"/>
              <a:pathLst>
                <a:path h="8876665" w="8236077">
                  <a:moveTo>
                    <a:pt x="0" y="1372743"/>
                  </a:moveTo>
                  <a:cubicBezTo>
                    <a:pt x="0" y="614553"/>
                    <a:pt x="614553" y="0"/>
                    <a:pt x="1372743" y="0"/>
                  </a:cubicBezTo>
                  <a:lnTo>
                    <a:pt x="6863334" y="0"/>
                  </a:lnTo>
                  <a:cubicBezTo>
                    <a:pt x="7621397" y="0"/>
                    <a:pt x="8236077" y="614553"/>
                    <a:pt x="8236077" y="1372743"/>
                  </a:cubicBezTo>
                  <a:lnTo>
                    <a:pt x="8236077" y="7503922"/>
                  </a:lnTo>
                  <a:cubicBezTo>
                    <a:pt x="8236077" y="8261985"/>
                    <a:pt x="7621524" y="8876665"/>
                    <a:pt x="6863334" y="8876665"/>
                  </a:cubicBezTo>
                  <a:lnTo>
                    <a:pt x="1372743" y="8876665"/>
                  </a:lnTo>
                  <a:cubicBezTo>
                    <a:pt x="614553" y="8876665"/>
                    <a:pt x="0" y="8261985"/>
                    <a:pt x="0" y="75039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20603" y="3850915"/>
            <a:ext cx="2127647" cy="521618"/>
            <a:chOff x="0" y="0"/>
            <a:chExt cx="2836862" cy="695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6926" cy="695579"/>
            </a:xfrm>
            <a:custGeom>
              <a:avLst/>
              <a:gdLst/>
              <a:ahLst/>
              <a:cxnLst/>
              <a:rect r="r" b="b" t="t" l="l"/>
              <a:pathLst>
                <a:path h="695579" w="2836926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720975" y="0"/>
                  </a:lnTo>
                  <a:cubicBezTo>
                    <a:pt x="2784983" y="0"/>
                    <a:pt x="2836926" y="51943"/>
                    <a:pt x="2836926" y="115951"/>
                  </a:cubicBezTo>
                  <a:lnTo>
                    <a:pt x="2836926" y="579628"/>
                  </a:lnTo>
                  <a:cubicBezTo>
                    <a:pt x="2836926" y="643636"/>
                    <a:pt x="2784983" y="695579"/>
                    <a:pt x="272097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81603" y="3850915"/>
            <a:ext cx="1647206" cy="521618"/>
            <a:chOff x="0" y="0"/>
            <a:chExt cx="2196274" cy="695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6338" cy="695579"/>
            </a:xfrm>
            <a:custGeom>
              <a:avLst/>
              <a:gdLst/>
              <a:ahLst/>
              <a:cxnLst/>
              <a:rect r="r" b="b" t="t" l="l"/>
              <a:pathLst>
                <a:path h="695579" w="2196338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080387" y="0"/>
                  </a:lnTo>
                  <a:cubicBezTo>
                    <a:pt x="2144395" y="0"/>
                    <a:pt x="2196338" y="51943"/>
                    <a:pt x="2196338" y="115951"/>
                  </a:cubicBezTo>
                  <a:lnTo>
                    <a:pt x="2196338" y="579628"/>
                  </a:lnTo>
                  <a:cubicBezTo>
                    <a:pt x="2196338" y="643636"/>
                    <a:pt x="2144395" y="695579"/>
                    <a:pt x="2080387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7321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11078" y="4610086"/>
            <a:ext cx="3752736" cy="1501550"/>
            <a:chOff x="0" y="0"/>
            <a:chExt cx="5003648" cy="20020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4978146" cy="1976628"/>
            </a:xfrm>
            <a:custGeom>
              <a:avLst/>
              <a:gdLst/>
              <a:ahLst/>
              <a:cxnLst/>
              <a:rect r="r" b="b" t="t" l="l"/>
              <a:pathLst>
                <a:path h="1976628" w="4978146">
                  <a:moveTo>
                    <a:pt x="0" y="329438"/>
                  </a:moveTo>
                  <a:cubicBezTo>
                    <a:pt x="0" y="147447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47447"/>
                    <a:pt x="4978146" y="329438"/>
                  </a:cubicBezTo>
                  <a:lnTo>
                    <a:pt x="4978146" y="1647190"/>
                  </a:lnTo>
                  <a:cubicBezTo>
                    <a:pt x="4978146" y="1829181"/>
                    <a:pt x="4829556" y="1976628"/>
                    <a:pt x="4646168" y="1976628"/>
                  </a:cubicBezTo>
                  <a:lnTo>
                    <a:pt x="331978" y="1976628"/>
                  </a:lnTo>
                  <a:cubicBezTo>
                    <a:pt x="148590" y="1976628"/>
                    <a:pt x="0" y="1829181"/>
                    <a:pt x="0" y="16471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03546" cy="2002028"/>
            </a:xfrm>
            <a:custGeom>
              <a:avLst/>
              <a:gdLst/>
              <a:ahLst/>
              <a:cxnLst/>
              <a:rect r="r" b="b" t="t" l="l"/>
              <a:pathLst>
                <a:path h="2002028" w="5003546">
                  <a:moveTo>
                    <a:pt x="0" y="342138"/>
                  </a:moveTo>
                  <a:cubicBezTo>
                    <a:pt x="0" y="153035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2700"/>
                  </a:lnTo>
                  <a:lnTo>
                    <a:pt x="4658868" y="0"/>
                  </a:lnTo>
                  <a:cubicBezTo>
                    <a:pt x="4849114" y="0"/>
                    <a:pt x="5003546" y="153035"/>
                    <a:pt x="5003546" y="342138"/>
                  </a:cubicBezTo>
                  <a:lnTo>
                    <a:pt x="4990846" y="342138"/>
                  </a:lnTo>
                  <a:lnTo>
                    <a:pt x="5003546" y="342138"/>
                  </a:lnTo>
                  <a:lnTo>
                    <a:pt x="5003546" y="1659890"/>
                  </a:lnTo>
                  <a:lnTo>
                    <a:pt x="4990846" y="1659890"/>
                  </a:lnTo>
                  <a:lnTo>
                    <a:pt x="5003546" y="1659890"/>
                  </a:lnTo>
                  <a:cubicBezTo>
                    <a:pt x="5003546" y="1848993"/>
                    <a:pt x="4849114" y="2002028"/>
                    <a:pt x="4658868" y="2002028"/>
                  </a:cubicBezTo>
                  <a:lnTo>
                    <a:pt x="4658868" y="1989328"/>
                  </a:lnTo>
                  <a:lnTo>
                    <a:pt x="4658868" y="2002028"/>
                  </a:lnTo>
                  <a:lnTo>
                    <a:pt x="344678" y="2002028"/>
                  </a:lnTo>
                  <a:lnTo>
                    <a:pt x="344678" y="1989328"/>
                  </a:lnTo>
                  <a:lnTo>
                    <a:pt x="344678" y="2002028"/>
                  </a:lnTo>
                  <a:cubicBezTo>
                    <a:pt x="154432" y="2002028"/>
                    <a:pt x="0" y="1848993"/>
                    <a:pt x="0" y="1659890"/>
                  </a:cubicBezTo>
                  <a:lnTo>
                    <a:pt x="0" y="342138"/>
                  </a:lnTo>
                  <a:lnTo>
                    <a:pt x="12700" y="342138"/>
                  </a:lnTo>
                  <a:lnTo>
                    <a:pt x="0" y="342138"/>
                  </a:lnTo>
                  <a:moveTo>
                    <a:pt x="25400" y="342138"/>
                  </a:moveTo>
                  <a:lnTo>
                    <a:pt x="25400" y="1659890"/>
                  </a:lnTo>
                  <a:lnTo>
                    <a:pt x="12700" y="1659890"/>
                  </a:lnTo>
                  <a:lnTo>
                    <a:pt x="25400" y="1659890"/>
                  </a:lnTo>
                  <a:cubicBezTo>
                    <a:pt x="25400" y="1834769"/>
                    <a:pt x="168275" y="1976628"/>
                    <a:pt x="344678" y="1976628"/>
                  </a:cubicBezTo>
                  <a:lnTo>
                    <a:pt x="4658868" y="1976628"/>
                  </a:lnTo>
                  <a:cubicBezTo>
                    <a:pt x="4835271" y="1976628"/>
                    <a:pt x="4978146" y="1834769"/>
                    <a:pt x="4978146" y="1659890"/>
                  </a:cubicBezTo>
                  <a:lnTo>
                    <a:pt x="4978146" y="342138"/>
                  </a:lnTo>
                  <a:cubicBezTo>
                    <a:pt x="4978273" y="167259"/>
                    <a:pt x="4835398" y="25400"/>
                    <a:pt x="4658995" y="25400"/>
                  </a:cubicBezTo>
                  <a:lnTo>
                    <a:pt x="344678" y="25400"/>
                  </a:lnTo>
                  <a:lnTo>
                    <a:pt x="344678" y="12700"/>
                  </a:lnTo>
                  <a:lnTo>
                    <a:pt x="344678" y="25400"/>
                  </a:lnTo>
                  <a:cubicBezTo>
                    <a:pt x="168275" y="25400"/>
                    <a:pt x="25400" y="167259"/>
                    <a:pt x="25400" y="34213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429088" y="4610086"/>
            <a:ext cx="3752736" cy="1501550"/>
            <a:chOff x="0" y="0"/>
            <a:chExt cx="5003648" cy="20020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4978146" cy="1976628"/>
            </a:xfrm>
            <a:custGeom>
              <a:avLst/>
              <a:gdLst/>
              <a:ahLst/>
              <a:cxnLst/>
              <a:rect r="r" b="b" t="t" l="l"/>
              <a:pathLst>
                <a:path h="1976628" w="4978146">
                  <a:moveTo>
                    <a:pt x="0" y="329438"/>
                  </a:moveTo>
                  <a:cubicBezTo>
                    <a:pt x="0" y="147447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47447"/>
                    <a:pt x="4978146" y="329438"/>
                  </a:cubicBezTo>
                  <a:lnTo>
                    <a:pt x="4978146" y="1647190"/>
                  </a:lnTo>
                  <a:cubicBezTo>
                    <a:pt x="4978146" y="1829181"/>
                    <a:pt x="4829556" y="1976628"/>
                    <a:pt x="4646168" y="1976628"/>
                  </a:cubicBezTo>
                  <a:lnTo>
                    <a:pt x="331978" y="1976628"/>
                  </a:lnTo>
                  <a:cubicBezTo>
                    <a:pt x="148590" y="1976628"/>
                    <a:pt x="0" y="1829181"/>
                    <a:pt x="0" y="16471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03546" cy="2002028"/>
            </a:xfrm>
            <a:custGeom>
              <a:avLst/>
              <a:gdLst/>
              <a:ahLst/>
              <a:cxnLst/>
              <a:rect r="r" b="b" t="t" l="l"/>
              <a:pathLst>
                <a:path h="2002028" w="5003546">
                  <a:moveTo>
                    <a:pt x="0" y="342138"/>
                  </a:moveTo>
                  <a:cubicBezTo>
                    <a:pt x="0" y="153035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2700"/>
                  </a:lnTo>
                  <a:lnTo>
                    <a:pt x="4658868" y="0"/>
                  </a:lnTo>
                  <a:cubicBezTo>
                    <a:pt x="4849114" y="0"/>
                    <a:pt x="5003546" y="153035"/>
                    <a:pt x="5003546" y="342138"/>
                  </a:cubicBezTo>
                  <a:lnTo>
                    <a:pt x="4990846" y="342138"/>
                  </a:lnTo>
                  <a:lnTo>
                    <a:pt x="5003546" y="342138"/>
                  </a:lnTo>
                  <a:lnTo>
                    <a:pt x="5003546" y="1659890"/>
                  </a:lnTo>
                  <a:lnTo>
                    <a:pt x="4990846" y="1659890"/>
                  </a:lnTo>
                  <a:lnTo>
                    <a:pt x="5003546" y="1659890"/>
                  </a:lnTo>
                  <a:cubicBezTo>
                    <a:pt x="5003546" y="1848993"/>
                    <a:pt x="4849114" y="2002028"/>
                    <a:pt x="4658868" y="2002028"/>
                  </a:cubicBezTo>
                  <a:lnTo>
                    <a:pt x="4658868" y="1989328"/>
                  </a:lnTo>
                  <a:lnTo>
                    <a:pt x="4658868" y="2002028"/>
                  </a:lnTo>
                  <a:lnTo>
                    <a:pt x="344678" y="2002028"/>
                  </a:lnTo>
                  <a:lnTo>
                    <a:pt x="344678" y="1989328"/>
                  </a:lnTo>
                  <a:lnTo>
                    <a:pt x="344678" y="2002028"/>
                  </a:lnTo>
                  <a:cubicBezTo>
                    <a:pt x="154432" y="2002028"/>
                    <a:pt x="0" y="1848993"/>
                    <a:pt x="0" y="1659890"/>
                  </a:cubicBezTo>
                  <a:lnTo>
                    <a:pt x="0" y="342138"/>
                  </a:lnTo>
                  <a:lnTo>
                    <a:pt x="12700" y="342138"/>
                  </a:lnTo>
                  <a:lnTo>
                    <a:pt x="0" y="342138"/>
                  </a:lnTo>
                  <a:moveTo>
                    <a:pt x="25400" y="342138"/>
                  </a:moveTo>
                  <a:lnTo>
                    <a:pt x="25400" y="1659890"/>
                  </a:lnTo>
                  <a:lnTo>
                    <a:pt x="12700" y="1659890"/>
                  </a:lnTo>
                  <a:lnTo>
                    <a:pt x="25400" y="1659890"/>
                  </a:lnTo>
                  <a:cubicBezTo>
                    <a:pt x="25400" y="1834769"/>
                    <a:pt x="168275" y="1976628"/>
                    <a:pt x="344678" y="1976628"/>
                  </a:cubicBezTo>
                  <a:lnTo>
                    <a:pt x="4658868" y="1976628"/>
                  </a:lnTo>
                  <a:cubicBezTo>
                    <a:pt x="4835271" y="1976628"/>
                    <a:pt x="4978146" y="1834769"/>
                    <a:pt x="4978146" y="1659890"/>
                  </a:cubicBezTo>
                  <a:lnTo>
                    <a:pt x="4978146" y="342138"/>
                  </a:lnTo>
                  <a:cubicBezTo>
                    <a:pt x="4978273" y="167259"/>
                    <a:pt x="4835398" y="25400"/>
                    <a:pt x="4658995" y="25400"/>
                  </a:cubicBezTo>
                  <a:lnTo>
                    <a:pt x="344678" y="25400"/>
                  </a:lnTo>
                  <a:lnTo>
                    <a:pt x="344678" y="12700"/>
                  </a:lnTo>
                  <a:lnTo>
                    <a:pt x="344678" y="25400"/>
                  </a:lnTo>
                  <a:cubicBezTo>
                    <a:pt x="168275" y="25400"/>
                    <a:pt x="25400" y="167259"/>
                    <a:pt x="25400" y="34213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311078" y="6394556"/>
            <a:ext cx="3752736" cy="1903819"/>
            <a:chOff x="0" y="0"/>
            <a:chExt cx="5003648" cy="25384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6102"/>
              <a:ext cx="4978146" cy="2506172"/>
            </a:xfrm>
            <a:custGeom>
              <a:avLst/>
              <a:gdLst/>
              <a:ahLst/>
              <a:cxnLst/>
              <a:rect r="r" b="b" t="t" l="l"/>
              <a:pathLst>
                <a:path h="2506172" w="4978146">
                  <a:moveTo>
                    <a:pt x="0" y="417696"/>
                  </a:moveTo>
                  <a:cubicBezTo>
                    <a:pt x="0" y="186949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86949"/>
                    <a:pt x="4978146" y="417696"/>
                  </a:cubicBezTo>
                  <a:lnTo>
                    <a:pt x="4978146" y="2088477"/>
                  </a:lnTo>
                  <a:cubicBezTo>
                    <a:pt x="4978146" y="2319224"/>
                    <a:pt x="4829556" y="2506173"/>
                    <a:pt x="4646168" y="2506173"/>
                  </a:cubicBezTo>
                  <a:lnTo>
                    <a:pt x="331978" y="2506173"/>
                  </a:lnTo>
                  <a:cubicBezTo>
                    <a:pt x="148590" y="2506173"/>
                    <a:pt x="0" y="2319224"/>
                    <a:pt x="0" y="208847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03546" cy="2538377"/>
            </a:xfrm>
            <a:custGeom>
              <a:avLst/>
              <a:gdLst/>
              <a:ahLst/>
              <a:cxnLst/>
              <a:rect r="r" b="b" t="t" l="l"/>
              <a:pathLst>
                <a:path h="2538377" w="5003546">
                  <a:moveTo>
                    <a:pt x="0" y="433798"/>
                  </a:moveTo>
                  <a:cubicBezTo>
                    <a:pt x="0" y="194034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6102"/>
                  </a:lnTo>
                  <a:lnTo>
                    <a:pt x="4658868" y="0"/>
                  </a:lnTo>
                  <a:cubicBezTo>
                    <a:pt x="4849114" y="0"/>
                    <a:pt x="5003546" y="194034"/>
                    <a:pt x="5003546" y="433798"/>
                  </a:cubicBezTo>
                  <a:lnTo>
                    <a:pt x="4990846" y="433798"/>
                  </a:lnTo>
                  <a:lnTo>
                    <a:pt x="5003546" y="433798"/>
                  </a:lnTo>
                  <a:lnTo>
                    <a:pt x="5003546" y="2104579"/>
                  </a:lnTo>
                  <a:lnTo>
                    <a:pt x="4990846" y="2104579"/>
                  </a:lnTo>
                  <a:lnTo>
                    <a:pt x="5003546" y="2104579"/>
                  </a:lnTo>
                  <a:cubicBezTo>
                    <a:pt x="5003546" y="2344343"/>
                    <a:pt x="4849114" y="2538377"/>
                    <a:pt x="4658868" y="2538377"/>
                  </a:cubicBezTo>
                  <a:lnTo>
                    <a:pt x="4658868" y="2522275"/>
                  </a:lnTo>
                  <a:lnTo>
                    <a:pt x="4658868" y="2538377"/>
                  </a:lnTo>
                  <a:lnTo>
                    <a:pt x="344678" y="2538377"/>
                  </a:lnTo>
                  <a:lnTo>
                    <a:pt x="344678" y="2522275"/>
                  </a:lnTo>
                  <a:lnTo>
                    <a:pt x="344678" y="2538377"/>
                  </a:lnTo>
                  <a:cubicBezTo>
                    <a:pt x="154432" y="2538377"/>
                    <a:pt x="0" y="2344343"/>
                    <a:pt x="0" y="2104579"/>
                  </a:cubicBezTo>
                  <a:lnTo>
                    <a:pt x="0" y="433798"/>
                  </a:lnTo>
                  <a:lnTo>
                    <a:pt x="12700" y="433798"/>
                  </a:lnTo>
                  <a:lnTo>
                    <a:pt x="0" y="433798"/>
                  </a:lnTo>
                  <a:moveTo>
                    <a:pt x="25400" y="433798"/>
                  </a:moveTo>
                  <a:lnTo>
                    <a:pt x="25400" y="2104579"/>
                  </a:lnTo>
                  <a:lnTo>
                    <a:pt x="12700" y="2104579"/>
                  </a:lnTo>
                  <a:lnTo>
                    <a:pt x="25400" y="2104579"/>
                  </a:lnTo>
                  <a:cubicBezTo>
                    <a:pt x="25400" y="2326309"/>
                    <a:pt x="168275" y="2506172"/>
                    <a:pt x="344678" y="2506172"/>
                  </a:cubicBezTo>
                  <a:lnTo>
                    <a:pt x="4658868" y="2506172"/>
                  </a:lnTo>
                  <a:cubicBezTo>
                    <a:pt x="4835271" y="2506172"/>
                    <a:pt x="4978146" y="2326309"/>
                    <a:pt x="4978146" y="2104579"/>
                  </a:cubicBezTo>
                  <a:lnTo>
                    <a:pt x="4978146" y="433798"/>
                  </a:lnTo>
                  <a:cubicBezTo>
                    <a:pt x="4978273" y="212068"/>
                    <a:pt x="4835398" y="32205"/>
                    <a:pt x="4658995" y="32205"/>
                  </a:cubicBezTo>
                  <a:lnTo>
                    <a:pt x="344678" y="32205"/>
                  </a:lnTo>
                  <a:lnTo>
                    <a:pt x="344678" y="16102"/>
                  </a:lnTo>
                  <a:lnTo>
                    <a:pt x="344678" y="32205"/>
                  </a:lnTo>
                  <a:cubicBezTo>
                    <a:pt x="168275" y="32205"/>
                    <a:pt x="25400" y="212068"/>
                    <a:pt x="25400" y="43379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429088" y="6394556"/>
            <a:ext cx="3752736" cy="1903819"/>
            <a:chOff x="0" y="0"/>
            <a:chExt cx="5003648" cy="25384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6102"/>
              <a:ext cx="4978146" cy="2506172"/>
            </a:xfrm>
            <a:custGeom>
              <a:avLst/>
              <a:gdLst/>
              <a:ahLst/>
              <a:cxnLst/>
              <a:rect r="r" b="b" t="t" l="l"/>
              <a:pathLst>
                <a:path h="2506172" w="4978146">
                  <a:moveTo>
                    <a:pt x="0" y="417696"/>
                  </a:moveTo>
                  <a:cubicBezTo>
                    <a:pt x="0" y="186949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86949"/>
                    <a:pt x="4978146" y="417696"/>
                  </a:cubicBezTo>
                  <a:lnTo>
                    <a:pt x="4978146" y="2088477"/>
                  </a:lnTo>
                  <a:cubicBezTo>
                    <a:pt x="4978146" y="2319224"/>
                    <a:pt x="4829556" y="2506173"/>
                    <a:pt x="4646168" y="2506173"/>
                  </a:cubicBezTo>
                  <a:lnTo>
                    <a:pt x="331978" y="2506173"/>
                  </a:lnTo>
                  <a:cubicBezTo>
                    <a:pt x="148590" y="2506173"/>
                    <a:pt x="0" y="2319224"/>
                    <a:pt x="0" y="208847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03546" cy="2538377"/>
            </a:xfrm>
            <a:custGeom>
              <a:avLst/>
              <a:gdLst/>
              <a:ahLst/>
              <a:cxnLst/>
              <a:rect r="r" b="b" t="t" l="l"/>
              <a:pathLst>
                <a:path h="2538377" w="5003546">
                  <a:moveTo>
                    <a:pt x="0" y="433798"/>
                  </a:moveTo>
                  <a:cubicBezTo>
                    <a:pt x="0" y="194034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6102"/>
                  </a:lnTo>
                  <a:lnTo>
                    <a:pt x="4658868" y="0"/>
                  </a:lnTo>
                  <a:cubicBezTo>
                    <a:pt x="4849114" y="0"/>
                    <a:pt x="5003546" y="194034"/>
                    <a:pt x="5003546" y="433798"/>
                  </a:cubicBezTo>
                  <a:lnTo>
                    <a:pt x="4990846" y="433798"/>
                  </a:lnTo>
                  <a:lnTo>
                    <a:pt x="5003546" y="433798"/>
                  </a:lnTo>
                  <a:lnTo>
                    <a:pt x="5003546" y="2104579"/>
                  </a:lnTo>
                  <a:lnTo>
                    <a:pt x="4990846" y="2104579"/>
                  </a:lnTo>
                  <a:lnTo>
                    <a:pt x="5003546" y="2104579"/>
                  </a:lnTo>
                  <a:cubicBezTo>
                    <a:pt x="5003546" y="2344343"/>
                    <a:pt x="4849114" y="2538377"/>
                    <a:pt x="4658868" y="2538377"/>
                  </a:cubicBezTo>
                  <a:lnTo>
                    <a:pt x="4658868" y="2522275"/>
                  </a:lnTo>
                  <a:lnTo>
                    <a:pt x="4658868" y="2538377"/>
                  </a:lnTo>
                  <a:lnTo>
                    <a:pt x="344678" y="2538377"/>
                  </a:lnTo>
                  <a:lnTo>
                    <a:pt x="344678" y="2522275"/>
                  </a:lnTo>
                  <a:lnTo>
                    <a:pt x="344678" y="2538377"/>
                  </a:lnTo>
                  <a:cubicBezTo>
                    <a:pt x="154432" y="2538377"/>
                    <a:pt x="0" y="2344343"/>
                    <a:pt x="0" y="2104579"/>
                  </a:cubicBezTo>
                  <a:lnTo>
                    <a:pt x="0" y="433798"/>
                  </a:lnTo>
                  <a:lnTo>
                    <a:pt x="12700" y="433798"/>
                  </a:lnTo>
                  <a:lnTo>
                    <a:pt x="0" y="433798"/>
                  </a:lnTo>
                  <a:moveTo>
                    <a:pt x="25400" y="433798"/>
                  </a:moveTo>
                  <a:lnTo>
                    <a:pt x="25400" y="2104579"/>
                  </a:lnTo>
                  <a:lnTo>
                    <a:pt x="12700" y="2104579"/>
                  </a:lnTo>
                  <a:lnTo>
                    <a:pt x="25400" y="2104579"/>
                  </a:lnTo>
                  <a:cubicBezTo>
                    <a:pt x="25400" y="2326309"/>
                    <a:pt x="168275" y="2506172"/>
                    <a:pt x="344678" y="2506172"/>
                  </a:cubicBezTo>
                  <a:lnTo>
                    <a:pt x="4658868" y="2506172"/>
                  </a:lnTo>
                  <a:cubicBezTo>
                    <a:pt x="4835271" y="2506172"/>
                    <a:pt x="4978146" y="2326309"/>
                    <a:pt x="4978146" y="2104579"/>
                  </a:cubicBezTo>
                  <a:lnTo>
                    <a:pt x="4978146" y="433798"/>
                  </a:lnTo>
                  <a:cubicBezTo>
                    <a:pt x="4978273" y="212068"/>
                    <a:pt x="4835398" y="32205"/>
                    <a:pt x="4658995" y="32205"/>
                  </a:cubicBezTo>
                  <a:lnTo>
                    <a:pt x="344678" y="32205"/>
                  </a:lnTo>
                  <a:lnTo>
                    <a:pt x="344678" y="16102"/>
                  </a:lnTo>
                  <a:lnTo>
                    <a:pt x="344678" y="32205"/>
                  </a:lnTo>
                  <a:cubicBezTo>
                    <a:pt x="168275" y="32205"/>
                    <a:pt x="25400" y="212068"/>
                    <a:pt x="25400" y="43379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361784" y="8736525"/>
            <a:ext cx="7851686" cy="754971"/>
            <a:chOff x="0" y="0"/>
            <a:chExt cx="10468915" cy="1006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68864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468864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10301098" y="0"/>
                  </a:lnTo>
                  <a:cubicBezTo>
                    <a:pt x="10393807" y="0"/>
                    <a:pt x="10468864" y="75057"/>
                    <a:pt x="10468864" y="167767"/>
                  </a:cubicBezTo>
                  <a:lnTo>
                    <a:pt x="10468864" y="838835"/>
                  </a:lnTo>
                  <a:cubicBezTo>
                    <a:pt x="10468864" y="931545"/>
                    <a:pt x="10393807" y="1006602"/>
                    <a:pt x="10301098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416875" y="8298375"/>
            <a:ext cx="1762952" cy="1440062"/>
            <a:chOff x="0" y="0"/>
            <a:chExt cx="2350603" cy="192008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213676" y="0"/>
              <a:ext cx="1955972" cy="1920082"/>
              <a:chOff x="0" y="0"/>
              <a:chExt cx="812800" cy="79788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797886"/>
              </a:xfrm>
              <a:custGeom>
                <a:avLst/>
                <a:gdLst/>
                <a:ahLst/>
                <a:cxnLst/>
                <a:rect r="r" b="b" t="t" l="l"/>
                <a:pathLst>
                  <a:path h="797886" w="812800">
                    <a:moveTo>
                      <a:pt x="406400" y="0"/>
                    </a:moveTo>
                    <a:cubicBezTo>
                      <a:pt x="181951" y="0"/>
                      <a:pt x="0" y="178613"/>
                      <a:pt x="0" y="398943"/>
                    </a:cubicBezTo>
                    <a:cubicBezTo>
                      <a:pt x="0" y="619273"/>
                      <a:pt x="181951" y="797886"/>
                      <a:pt x="406400" y="797886"/>
                    </a:cubicBezTo>
                    <a:cubicBezTo>
                      <a:pt x="630849" y="797886"/>
                      <a:pt x="812800" y="619273"/>
                      <a:pt x="812800" y="398943"/>
                    </a:cubicBezTo>
                    <a:cubicBezTo>
                      <a:pt x="812800" y="17861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BF5EA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74802"/>
                <a:ext cx="660400" cy="648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1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0" y="129215"/>
              <a:ext cx="2350603" cy="1661651"/>
            </a:xfrm>
            <a:custGeom>
              <a:avLst/>
              <a:gdLst/>
              <a:ahLst/>
              <a:cxnLst/>
              <a:rect r="r" b="b" t="t" l="l"/>
              <a:pathLst>
                <a:path h="1661651" w="2350603">
                  <a:moveTo>
                    <a:pt x="0" y="0"/>
                  </a:moveTo>
                  <a:lnTo>
                    <a:pt x="2350603" y="0"/>
                  </a:lnTo>
                  <a:lnTo>
                    <a:pt x="2350603" y="1661652"/>
                  </a:lnTo>
                  <a:lnTo>
                    <a:pt x="0" y="166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725316" y="2686050"/>
            <a:ext cx="5207716" cy="4039216"/>
          </a:xfrm>
          <a:custGeom>
            <a:avLst/>
            <a:gdLst/>
            <a:ahLst/>
            <a:cxnLst/>
            <a:rect r="r" b="b" t="t" l="l"/>
            <a:pathLst>
              <a:path h="4039216" w="5207716">
                <a:moveTo>
                  <a:pt x="0" y="0"/>
                </a:moveTo>
                <a:lnTo>
                  <a:pt x="5207716" y="0"/>
                </a:lnTo>
                <a:lnTo>
                  <a:pt x="5207716" y="4039216"/>
                </a:lnTo>
                <a:lnTo>
                  <a:pt x="0" y="4039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729" r="0" b="-94362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412043" y="1224129"/>
            <a:ext cx="7709983" cy="35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B76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HERBAL REVITALIZANTE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12043" y="1594747"/>
            <a:ext cx="784725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>
                <a:solidFill>
                  <a:srgbClr val="732135"/>
                </a:solidFill>
                <a:latin typeface="Georgia"/>
                <a:ea typeface="Georgia"/>
                <a:cs typeface="Georgia"/>
                <a:sym typeface="Georgia"/>
              </a:rPr>
              <a:t>Jabón de Romero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12043" y="2871335"/>
            <a:ext cx="7751169" cy="76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Limpieza estimulante con aroma herbal para una piel fresca y tonificada.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80680" y="3992723"/>
            <a:ext cx="1807493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90 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38498" y="3992723"/>
            <a:ext cx="73342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Bs.- 30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31670" y="4857507"/>
            <a:ext cx="119509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31670" y="5119368"/>
            <a:ext cx="308408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El romero contiene antioxidantes naturales usados en cuidado cutaneo.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49690" y="4857507"/>
            <a:ext cx="93761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BENEFICIO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49690" y="5119368"/>
            <a:ext cx="308408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Aporta una potente acción antioxidante que protege el colágeno natural. Minimiza poros dilatados y reafirma los tejidos.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31670" y="6641978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APLICACION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31670" y="6903839"/>
            <a:ext cx="308408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Fr</a:t>
            </a: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otar la barra con las manos húmedas hasta obtener espuma, masajear la zona con movimientos circulares, dejar que los activos botánicos actúen y enjuagar con abundante agua.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749690" y="6641978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RECOMENDACION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749690" y="6903839"/>
            <a:ext cx="308408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Incorpórelo en su rutina de baño matutina; su aroma herbal alivia la fatiga mental, aclara las ideas y recarga los niveles de energia para iniciar el día con total frescura.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766621" y="8875886"/>
            <a:ext cx="722490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Cuidado artesanal ideal para pieles mixtas a grasas y zonas que requieren activación circulatoria.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5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62722" y="0"/>
            <a:ext cx="8625278" cy="10295039"/>
            <a:chOff x="0" y="0"/>
            <a:chExt cx="11500371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0042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1500421">
                  <a:moveTo>
                    <a:pt x="0" y="0"/>
                  </a:moveTo>
                  <a:lnTo>
                    <a:pt x="11500421" y="0"/>
                  </a:lnTo>
                  <a:lnTo>
                    <a:pt x="1150042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556B2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780950" y="1226577"/>
            <a:ext cx="6177029" cy="6657461"/>
            <a:chOff x="0" y="0"/>
            <a:chExt cx="8236039" cy="8876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077" cy="8876665"/>
            </a:xfrm>
            <a:custGeom>
              <a:avLst/>
              <a:gdLst/>
              <a:ahLst/>
              <a:cxnLst/>
              <a:rect r="r" b="b" t="t" l="l"/>
              <a:pathLst>
                <a:path h="8876665" w="8236077">
                  <a:moveTo>
                    <a:pt x="0" y="1372743"/>
                  </a:moveTo>
                  <a:cubicBezTo>
                    <a:pt x="0" y="614553"/>
                    <a:pt x="614553" y="0"/>
                    <a:pt x="1372743" y="0"/>
                  </a:cubicBezTo>
                  <a:lnTo>
                    <a:pt x="6863334" y="0"/>
                  </a:lnTo>
                  <a:cubicBezTo>
                    <a:pt x="7621397" y="0"/>
                    <a:pt x="8236077" y="614553"/>
                    <a:pt x="8236077" y="1372743"/>
                  </a:cubicBezTo>
                  <a:lnTo>
                    <a:pt x="8236077" y="7503922"/>
                  </a:lnTo>
                  <a:cubicBezTo>
                    <a:pt x="8236077" y="8261985"/>
                    <a:pt x="7621524" y="8876665"/>
                    <a:pt x="6863334" y="8876665"/>
                  </a:cubicBezTo>
                  <a:lnTo>
                    <a:pt x="1372743" y="8876665"/>
                  </a:lnTo>
                  <a:cubicBezTo>
                    <a:pt x="614553" y="8876665"/>
                    <a:pt x="0" y="8261985"/>
                    <a:pt x="0" y="75039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56380" y="3473219"/>
            <a:ext cx="2127647" cy="521618"/>
            <a:chOff x="0" y="0"/>
            <a:chExt cx="2836862" cy="695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6926" cy="695579"/>
            </a:xfrm>
            <a:custGeom>
              <a:avLst/>
              <a:gdLst/>
              <a:ahLst/>
              <a:cxnLst/>
              <a:rect r="r" b="b" t="t" l="l"/>
              <a:pathLst>
                <a:path h="695579" w="2836926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720975" y="0"/>
                  </a:lnTo>
                  <a:cubicBezTo>
                    <a:pt x="2784983" y="0"/>
                    <a:pt x="2836926" y="51943"/>
                    <a:pt x="2836926" y="115951"/>
                  </a:cubicBezTo>
                  <a:lnTo>
                    <a:pt x="2836926" y="579628"/>
                  </a:lnTo>
                  <a:cubicBezTo>
                    <a:pt x="2836926" y="643636"/>
                    <a:pt x="2784983" y="695579"/>
                    <a:pt x="272097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417379" y="3473219"/>
            <a:ext cx="1647206" cy="521618"/>
            <a:chOff x="0" y="0"/>
            <a:chExt cx="2196274" cy="695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6338" cy="695579"/>
            </a:xfrm>
            <a:custGeom>
              <a:avLst/>
              <a:gdLst/>
              <a:ahLst/>
              <a:cxnLst/>
              <a:rect r="r" b="b" t="t" l="l"/>
              <a:pathLst>
                <a:path h="695579" w="2196338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080387" y="0"/>
                  </a:lnTo>
                  <a:cubicBezTo>
                    <a:pt x="2144395" y="0"/>
                    <a:pt x="2196338" y="51943"/>
                    <a:pt x="2196338" y="115951"/>
                  </a:cubicBezTo>
                  <a:lnTo>
                    <a:pt x="2196338" y="579628"/>
                  </a:lnTo>
                  <a:cubicBezTo>
                    <a:pt x="2196338" y="643636"/>
                    <a:pt x="2144395" y="695579"/>
                    <a:pt x="2080387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7321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46855" y="4232390"/>
            <a:ext cx="3752736" cy="2172472"/>
            <a:chOff x="0" y="0"/>
            <a:chExt cx="5003648" cy="28966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8375"/>
              <a:ext cx="4978146" cy="2859824"/>
            </a:xfrm>
            <a:custGeom>
              <a:avLst/>
              <a:gdLst/>
              <a:ahLst/>
              <a:cxnLst/>
              <a:rect r="r" b="b" t="t" l="l"/>
              <a:pathLst>
                <a:path h="2859824" w="4978146">
                  <a:moveTo>
                    <a:pt x="0" y="476637"/>
                  </a:moveTo>
                  <a:cubicBezTo>
                    <a:pt x="0" y="213329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213329"/>
                    <a:pt x="4978146" y="476637"/>
                  </a:cubicBezTo>
                  <a:lnTo>
                    <a:pt x="4978146" y="2383187"/>
                  </a:lnTo>
                  <a:cubicBezTo>
                    <a:pt x="4978146" y="2646495"/>
                    <a:pt x="4829556" y="2859824"/>
                    <a:pt x="4646168" y="2859824"/>
                  </a:cubicBezTo>
                  <a:lnTo>
                    <a:pt x="331978" y="2859824"/>
                  </a:lnTo>
                  <a:cubicBezTo>
                    <a:pt x="148590" y="2859824"/>
                    <a:pt x="0" y="2646495"/>
                    <a:pt x="0" y="23831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03546" cy="2896574"/>
            </a:xfrm>
            <a:custGeom>
              <a:avLst/>
              <a:gdLst/>
              <a:ahLst/>
              <a:cxnLst/>
              <a:rect r="r" b="b" t="t" l="l"/>
              <a:pathLst>
                <a:path h="2896574" w="5003546">
                  <a:moveTo>
                    <a:pt x="0" y="495012"/>
                  </a:moveTo>
                  <a:cubicBezTo>
                    <a:pt x="0" y="221414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8375"/>
                  </a:lnTo>
                  <a:lnTo>
                    <a:pt x="4658868" y="0"/>
                  </a:lnTo>
                  <a:cubicBezTo>
                    <a:pt x="4849114" y="0"/>
                    <a:pt x="5003546" y="221414"/>
                    <a:pt x="5003546" y="495012"/>
                  </a:cubicBezTo>
                  <a:lnTo>
                    <a:pt x="4990846" y="495012"/>
                  </a:lnTo>
                  <a:lnTo>
                    <a:pt x="5003546" y="495012"/>
                  </a:lnTo>
                  <a:lnTo>
                    <a:pt x="5003546" y="2401562"/>
                  </a:lnTo>
                  <a:lnTo>
                    <a:pt x="4990846" y="2401562"/>
                  </a:lnTo>
                  <a:lnTo>
                    <a:pt x="5003546" y="2401562"/>
                  </a:lnTo>
                  <a:cubicBezTo>
                    <a:pt x="5003546" y="2675159"/>
                    <a:pt x="4849114" y="2896574"/>
                    <a:pt x="4658868" y="2896574"/>
                  </a:cubicBezTo>
                  <a:lnTo>
                    <a:pt x="4658868" y="2878199"/>
                  </a:lnTo>
                  <a:lnTo>
                    <a:pt x="4658868" y="2896574"/>
                  </a:lnTo>
                  <a:lnTo>
                    <a:pt x="344678" y="2896574"/>
                  </a:lnTo>
                  <a:lnTo>
                    <a:pt x="344678" y="2878199"/>
                  </a:lnTo>
                  <a:lnTo>
                    <a:pt x="344678" y="2896574"/>
                  </a:lnTo>
                  <a:cubicBezTo>
                    <a:pt x="154432" y="2896574"/>
                    <a:pt x="0" y="2675159"/>
                    <a:pt x="0" y="2401562"/>
                  </a:cubicBezTo>
                  <a:lnTo>
                    <a:pt x="0" y="495012"/>
                  </a:lnTo>
                  <a:lnTo>
                    <a:pt x="12700" y="495012"/>
                  </a:lnTo>
                  <a:lnTo>
                    <a:pt x="0" y="495012"/>
                  </a:lnTo>
                  <a:moveTo>
                    <a:pt x="25400" y="495012"/>
                  </a:moveTo>
                  <a:lnTo>
                    <a:pt x="25400" y="2401562"/>
                  </a:lnTo>
                  <a:lnTo>
                    <a:pt x="12700" y="2401562"/>
                  </a:lnTo>
                  <a:lnTo>
                    <a:pt x="25400" y="2401562"/>
                  </a:lnTo>
                  <a:cubicBezTo>
                    <a:pt x="25400" y="2654580"/>
                    <a:pt x="168275" y="2859824"/>
                    <a:pt x="344678" y="2859824"/>
                  </a:cubicBezTo>
                  <a:lnTo>
                    <a:pt x="4658868" y="2859824"/>
                  </a:lnTo>
                  <a:cubicBezTo>
                    <a:pt x="4835271" y="2859824"/>
                    <a:pt x="4978146" y="2654580"/>
                    <a:pt x="4978146" y="2401562"/>
                  </a:cubicBezTo>
                  <a:lnTo>
                    <a:pt x="4978146" y="495012"/>
                  </a:lnTo>
                  <a:cubicBezTo>
                    <a:pt x="4978273" y="241994"/>
                    <a:pt x="4835398" y="36749"/>
                    <a:pt x="4658995" y="36749"/>
                  </a:cubicBezTo>
                  <a:lnTo>
                    <a:pt x="344678" y="36749"/>
                  </a:lnTo>
                  <a:lnTo>
                    <a:pt x="344678" y="18375"/>
                  </a:lnTo>
                  <a:lnTo>
                    <a:pt x="344678" y="36749"/>
                  </a:lnTo>
                  <a:cubicBezTo>
                    <a:pt x="168275" y="36749"/>
                    <a:pt x="25400" y="241994"/>
                    <a:pt x="25400" y="495012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242341" y="4232390"/>
            <a:ext cx="3752736" cy="2221019"/>
            <a:chOff x="0" y="0"/>
            <a:chExt cx="5003648" cy="29613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8785"/>
              <a:ext cx="4978146" cy="2923732"/>
            </a:xfrm>
            <a:custGeom>
              <a:avLst/>
              <a:gdLst/>
              <a:ahLst/>
              <a:cxnLst/>
              <a:rect r="r" b="b" t="t" l="l"/>
              <a:pathLst>
                <a:path h="2923732" w="4978146">
                  <a:moveTo>
                    <a:pt x="0" y="487289"/>
                  </a:moveTo>
                  <a:cubicBezTo>
                    <a:pt x="0" y="218097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218097"/>
                    <a:pt x="4978146" y="487289"/>
                  </a:cubicBezTo>
                  <a:lnTo>
                    <a:pt x="4978146" y="2436444"/>
                  </a:lnTo>
                  <a:cubicBezTo>
                    <a:pt x="4978146" y="2705636"/>
                    <a:pt x="4829556" y="2923733"/>
                    <a:pt x="4646168" y="2923733"/>
                  </a:cubicBezTo>
                  <a:lnTo>
                    <a:pt x="331978" y="2923733"/>
                  </a:lnTo>
                  <a:cubicBezTo>
                    <a:pt x="148590" y="2923733"/>
                    <a:pt x="0" y="2705636"/>
                    <a:pt x="0" y="24364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03546" cy="2961303"/>
            </a:xfrm>
            <a:custGeom>
              <a:avLst/>
              <a:gdLst/>
              <a:ahLst/>
              <a:cxnLst/>
              <a:rect r="r" b="b" t="t" l="l"/>
              <a:pathLst>
                <a:path h="2961303" w="5003546">
                  <a:moveTo>
                    <a:pt x="0" y="506074"/>
                  </a:moveTo>
                  <a:cubicBezTo>
                    <a:pt x="0" y="226362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8785"/>
                  </a:lnTo>
                  <a:lnTo>
                    <a:pt x="4658868" y="0"/>
                  </a:lnTo>
                  <a:cubicBezTo>
                    <a:pt x="4849114" y="0"/>
                    <a:pt x="5003546" y="226362"/>
                    <a:pt x="5003546" y="506074"/>
                  </a:cubicBezTo>
                  <a:lnTo>
                    <a:pt x="4990846" y="506074"/>
                  </a:lnTo>
                  <a:lnTo>
                    <a:pt x="5003546" y="506074"/>
                  </a:lnTo>
                  <a:lnTo>
                    <a:pt x="5003546" y="2455229"/>
                  </a:lnTo>
                  <a:lnTo>
                    <a:pt x="4990846" y="2455229"/>
                  </a:lnTo>
                  <a:lnTo>
                    <a:pt x="5003546" y="2455229"/>
                  </a:lnTo>
                  <a:cubicBezTo>
                    <a:pt x="5003546" y="2734941"/>
                    <a:pt x="4849114" y="2961303"/>
                    <a:pt x="4658868" y="2961303"/>
                  </a:cubicBezTo>
                  <a:lnTo>
                    <a:pt x="4658868" y="2942518"/>
                  </a:lnTo>
                  <a:lnTo>
                    <a:pt x="4658868" y="2961303"/>
                  </a:lnTo>
                  <a:lnTo>
                    <a:pt x="344678" y="2961303"/>
                  </a:lnTo>
                  <a:lnTo>
                    <a:pt x="344678" y="2942518"/>
                  </a:lnTo>
                  <a:lnTo>
                    <a:pt x="344678" y="2961303"/>
                  </a:lnTo>
                  <a:cubicBezTo>
                    <a:pt x="154432" y="2961303"/>
                    <a:pt x="0" y="2734941"/>
                    <a:pt x="0" y="2455229"/>
                  </a:cubicBezTo>
                  <a:lnTo>
                    <a:pt x="0" y="506074"/>
                  </a:lnTo>
                  <a:lnTo>
                    <a:pt x="12700" y="506074"/>
                  </a:lnTo>
                  <a:lnTo>
                    <a:pt x="0" y="506074"/>
                  </a:lnTo>
                  <a:moveTo>
                    <a:pt x="25400" y="506074"/>
                  </a:moveTo>
                  <a:lnTo>
                    <a:pt x="25400" y="2455229"/>
                  </a:lnTo>
                  <a:lnTo>
                    <a:pt x="12700" y="2455229"/>
                  </a:lnTo>
                  <a:lnTo>
                    <a:pt x="25400" y="2455229"/>
                  </a:lnTo>
                  <a:cubicBezTo>
                    <a:pt x="25400" y="2713902"/>
                    <a:pt x="168275" y="2923733"/>
                    <a:pt x="344678" y="2923733"/>
                  </a:cubicBezTo>
                  <a:lnTo>
                    <a:pt x="4658868" y="2923733"/>
                  </a:lnTo>
                  <a:cubicBezTo>
                    <a:pt x="4835271" y="2923733"/>
                    <a:pt x="4978146" y="2713902"/>
                    <a:pt x="4978146" y="2455229"/>
                  </a:cubicBezTo>
                  <a:lnTo>
                    <a:pt x="4978146" y="506074"/>
                  </a:lnTo>
                  <a:cubicBezTo>
                    <a:pt x="4978273" y="247401"/>
                    <a:pt x="4835398" y="37570"/>
                    <a:pt x="4658995" y="37570"/>
                  </a:cubicBezTo>
                  <a:lnTo>
                    <a:pt x="344678" y="37570"/>
                  </a:lnTo>
                  <a:lnTo>
                    <a:pt x="344678" y="18785"/>
                  </a:lnTo>
                  <a:lnTo>
                    <a:pt x="344678" y="37570"/>
                  </a:lnTo>
                  <a:cubicBezTo>
                    <a:pt x="168275" y="37570"/>
                    <a:pt x="25400" y="247401"/>
                    <a:pt x="25400" y="506074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6566232"/>
            <a:ext cx="3752736" cy="1879752"/>
            <a:chOff x="0" y="0"/>
            <a:chExt cx="5003648" cy="25063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5899"/>
              <a:ext cx="4978146" cy="2474491"/>
            </a:xfrm>
            <a:custGeom>
              <a:avLst/>
              <a:gdLst/>
              <a:ahLst/>
              <a:cxnLst/>
              <a:rect r="r" b="b" t="t" l="l"/>
              <a:pathLst>
                <a:path h="2474491" w="4978146">
                  <a:moveTo>
                    <a:pt x="0" y="412415"/>
                  </a:moveTo>
                  <a:cubicBezTo>
                    <a:pt x="0" y="184585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84585"/>
                    <a:pt x="4978146" y="412415"/>
                  </a:cubicBezTo>
                  <a:lnTo>
                    <a:pt x="4978146" y="2062076"/>
                  </a:lnTo>
                  <a:cubicBezTo>
                    <a:pt x="4978146" y="2289906"/>
                    <a:pt x="4829556" y="2474491"/>
                    <a:pt x="4646168" y="2474491"/>
                  </a:cubicBezTo>
                  <a:lnTo>
                    <a:pt x="331978" y="2474491"/>
                  </a:lnTo>
                  <a:cubicBezTo>
                    <a:pt x="148590" y="2474491"/>
                    <a:pt x="0" y="2289906"/>
                    <a:pt x="0" y="20620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03546" cy="2506289"/>
            </a:xfrm>
            <a:custGeom>
              <a:avLst/>
              <a:gdLst/>
              <a:ahLst/>
              <a:cxnLst/>
              <a:rect r="r" b="b" t="t" l="l"/>
              <a:pathLst>
                <a:path h="2506289" w="5003546">
                  <a:moveTo>
                    <a:pt x="0" y="428314"/>
                  </a:moveTo>
                  <a:cubicBezTo>
                    <a:pt x="0" y="191581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5899"/>
                  </a:lnTo>
                  <a:lnTo>
                    <a:pt x="4658868" y="0"/>
                  </a:lnTo>
                  <a:cubicBezTo>
                    <a:pt x="4849114" y="0"/>
                    <a:pt x="5003546" y="191581"/>
                    <a:pt x="5003546" y="428314"/>
                  </a:cubicBezTo>
                  <a:lnTo>
                    <a:pt x="4990846" y="428314"/>
                  </a:lnTo>
                  <a:lnTo>
                    <a:pt x="5003546" y="428314"/>
                  </a:lnTo>
                  <a:lnTo>
                    <a:pt x="5003546" y="2077975"/>
                  </a:lnTo>
                  <a:lnTo>
                    <a:pt x="4990846" y="2077975"/>
                  </a:lnTo>
                  <a:lnTo>
                    <a:pt x="5003546" y="2077975"/>
                  </a:lnTo>
                  <a:cubicBezTo>
                    <a:pt x="5003546" y="2314708"/>
                    <a:pt x="4849114" y="2506289"/>
                    <a:pt x="4658868" y="2506289"/>
                  </a:cubicBezTo>
                  <a:lnTo>
                    <a:pt x="4658868" y="2490390"/>
                  </a:lnTo>
                  <a:lnTo>
                    <a:pt x="4658868" y="2506289"/>
                  </a:lnTo>
                  <a:lnTo>
                    <a:pt x="344678" y="2506289"/>
                  </a:lnTo>
                  <a:lnTo>
                    <a:pt x="344678" y="2490390"/>
                  </a:lnTo>
                  <a:lnTo>
                    <a:pt x="344678" y="2506289"/>
                  </a:lnTo>
                  <a:cubicBezTo>
                    <a:pt x="154432" y="2506289"/>
                    <a:pt x="0" y="2314708"/>
                    <a:pt x="0" y="2077975"/>
                  </a:cubicBezTo>
                  <a:lnTo>
                    <a:pt x="0" y="428314"/>
                  </a:lnTo>
                  <a:lnTo>
                    <a:pt x="12700" y="428314"/>
                  </a:lnTo>
                  <a:lnTo>
                    <a:pt x="0" y="428314"/>
                  </a:lnTo>
                  <a:moveTo>
                    <a:pt x="25400" y="428314"/>
                  </a:moveTo>
                  <a:lnTo>
                    <a:pt x="25400" y="2077975"/>
                  </a:lnTo>
                  <a:lnTo>
                    <a:pt x="12700" y="2077975"/>
                  </a:lnTo>
                  <a:lnTo>
                    <a:pt x="25400" y="2077975"/>
                  </a:lnTo>
                  <a:cubicBezTo>
                    <a:pt x="25400" y="2296902"/>
                    <a:pt x="168275" y="2474491"/>
                    <a:pt x="344678" y="2474491"/>
                  </a:cubicBezTo>
                  <a:lnTo>
                    <a:pt x="4658868" y="2474491"/>
                  </a:lnTo>
                  <a:cubicBezTo>
                    <a:pt x="4835271" y="2474491"/>
                    <a:pt x="4978146" y="2296902"/>
                    <a:pt x="4978146" y="2077975"/>
                  </a:cubicBezTo>
                  <a:lnTo>
                    <a:pt x="4978146" y="428314"/>
                  </a:lnTo>
                  <a:cubicBezTo>
                    <a:pt x="4978273" y="209387"/>
                    <a:pt x="4835398" y="31798"/>
                    <a:pt x="4658995" y="31798"/>
                  </a:cubicBezTo>
                  <a:lnTo>
                    <a:pt x="344678" y="31798"/>
                  </a:lnTo>
                  <a:lnTo>
                    <a:pt x="344678" y="15899"/>
                  </a:lnTo>
                  <a:lnTo>
                    <a:pt x="344678" y="31798"/>
                  </a:lnTo>
                  <a:cubicBezTo>
                    <a:pt x="168275" y="31798"/>
                    <a:pt x="25400" y="209387"/>
                    <a:pt x="25400" y="428314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224186" y="6566232"/>
            <a:ext cx="3752736" cy="1879752"/>
            <a:chOff x="0" y="0"/>
            <a:chExt cx="5003648" cy="25063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5899"/>
              <a:ext cx="4978146" cy="2474491"/>
            </a:xfrm>
            <a:custGeom>
              <a:avLst/>
              <a:gdLst/>
              <a:ahLst/>
              <a:cxnLst/>
              <a:rect r="r" b="b" t="t" l="l"/>
              <a:pathLst>
                <a:path h="2474491" w="4978146">
                  <a:moveTo>
                    <a:pt x="0" y="412415"/>
                  </a:moveTo>
                  <a:cubicBezTo>
                    <a:pt x="0" y="184585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84585"/>
                    <a:pt x="4978146" y="412415"/>
                  </a:cubicBezTo>
                  <a:lnTo>
                    <a:pt x="4978146" y="2062076"/>
                  </a:lnTo>
                  <a:cubicBezTo>
                    <a:pt x="4978146" y="2289906"/>
                    <a:pt x="4829556" y="2474491"/>
                    <a:pt x="4646168" y="2474491"/>
                  </a:cubicBezTo>
                  <a:lnTo>
                    <a:pt x="331978" y="2474491"/>
                  </a:lnTo>
                  <a:cubicBezTo>
                    <a:pt x="148590" y="2474491"/>
                    <a:pt x="0" y="2289906"/>
                    <a:pt x="0" y="20620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03546" cy="2506289"/>
            </a:xfrm>
            <a:custGeom>
              <a:avLst/>
              <a:gdLst/>
              <a:ahLst/>
              <a:cxnLst/>
              <a:rect r="r" b="b" t="t" l="l"/>
              <a:pathLst>
                <a:path h="2506289" w="5003546">
                  <a:moveTo>
                    <a:pt x="0" y="428314"/>
                  </a:moveTo>
                  <a:cubicBezTo>
                    <a:pt x="0" y="191581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5899"/>
                  </a:lnTo>
                  <a:lnTo>
                    <a:pt x="4658868" y="0"/>
                  </a:lnTo>
                  <a:cubicBezTo>
                    <a:pt x="4849114" y="0"/>
                    <a:pt x="5003546" y="191581"/>
                    <a:pt x="5003546" y="428314"/>
                  </a:cubicBezTo>
                  <a:lnTo>
                    <a:pt x="4990846" y="428314"/>
                  </a:lnTo>
                  <a:lnTo>
                    <a:pt x="5003546" y="428314"/>
                  </a:lnTo>
                  <a:lnTo>
                    <a:pt x="5003546" y="2077975"/>
                  </a:lnTo>
                  <a:lnTo>
                    <a:pt x="4990846" y="2077975"/>
                  </a:lnTo>
                  <a:lnTo>
                    <a:pt x="5003546" y="2077975"/>
                  </a:lnTo>
                  <a:cubicBezTo>
                    <a:pt x="5003546" y="2314708"/>
                    <a:pt x="4849114" y="2506289"/>
                    <a:pt x="4658868" y="2506289"/>
                  </a:cubicBezTo>
                  <a:lnTo>
                    <a:pt x="4658868" y="2490390"/>
                  </a:lnTo>
                  <a:lnTo>
                    <a:pt x="4658868" y="2506289"/>
                  </a:lnTo>
                  <a:lnTo>
                    <a:pt x="344678" y="2506289"/>
                  </a:lnTo>
                  <a:lnTo>
                    <a:pt x="344678" y="2490390"/>
                  </a:lnTo>
                  <a:lnTo>
                    <a:pt x="344678" y="2506289"/>
                  </a:lnTo>
                  <a:cubicBezTo>
                    <a:pt x="154432" y="2506289"/>
                    <a:pt x="0" y="2314708"/>
                    <a:pt x="0" y="2077975"/>
                  </a:cubicBezTo>
                  <a:lnTo>
                    <a:pt x="0" y="428314"/>
                  </a:lnTo>
                  <a:lnTo>
                    <a:pt x="12700" y="428314"/>
                  </a:lnTo>
                  <a:lnTo>
                    <a:pt x="0" y="428314"/>
                  </a:lnTo>
                  <a:moveTo>
                    <a:pt x="25400" y="428314"/>
                  </a:moveTo>
                  <a:lnTo>
                    <a:pt x="25400" y="2077975"/>
                  </a:lnTo>
                  <a:lnTo>
                    <a:pt x="12700" y="2077975"/>
                  </a:lnTo>
                  <a:lnTo>
                    <a:pt x="25400" y="2077975"/>
                  </a:lnTo>
                  <a:cubicBezTo>
                    <a:pt x="25400" y="2296902"/>
                    <a:pt x="168275" y="2474491"/>
                    <a:pt x="344678" y="2474491"/>
                  </a:cubicBezTo>
                  <a:lnTo>
                    <a:pt x="4658868" y="2474491"/>
                  </a:lnTo>
                  <a:cubicBezTo>
                    <a:pt x="4835271" y="2474491"/>
                    <a:pt x="4978146" y="2296902"/>
                    <a:pt x="4978146" y="2077975"/>
                  </a:cubicBezTo>
                  <a:lnTo>
                    <a:pt x="4978146" y="428314"/>
                  </a:lnTo>
                  <a:cubicBezTo>
                    <a:pt x="4978273" y="209387"/>
                    <a:pt x="4835398" y="31798"/>
                    <a:pt x="4658995" y="31798"/>
                  </a:cubicBezTo>
                  <a:lnTo>
                    <a:pt x="344678" y="31798"/>
                  </a:lnTo>
                  <a:lnTo>
                    <a:pt x="344678" y="15899"/>
                  </a:lnTo>
                  <a:lnTo>
                    <a:pt x="344678" y="31798"/>
                  </a:lnTo>
                  <a:cubicBezTo>
                    <a:pt x="168275" y="31798"/>
                    <a:pt x="25400" y="209387"/>
                    <a:pt x="25400" y="428314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76968" y="8684110"/>
            <a:ext cx="7851686" cy="754971"/>
            <a:chOff x="0" y="0"/>
            <a:chExt cx="10468915" cy="1006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68864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468864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10301098" y="0"/>
                  </a:lnTo>
                  <a:cubicBezTo>
                    <a:pt x="10393807" y="0"/>
                    <a:pt x="10468864" y="75057"/>
                    <a:pt x="10468864" y="167767"/>
                  </a:cubicBezTo>
                  <a:lnTo>
                    <a:pt x="10468864" y="838835"/>
                  </a:lnTo>
                  <a:cubicBezTo>
                    <a:pt x="10468864" y="931545"/>
                    <a:pt x="10393807" y="1006602"/>
                    <a:pt x="10301098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1179035" y="1934447"/>
            <a:ext cx="5329327" cy="5053699"/>
          </a:xfrm>
          <a:custGeom>
            <a:avLst/>
            <a:gdLst/>
            <a:ahLst/>
            <a:cxnLst/>
            <a:rect r="r" b="b" t="t" l="l"/>
            <a:pathLst>
              <a:path h="5053699" w="5329327">
                <a:moveTo>
                  <a:pt x="0" y="0"/>
                </a:moveTo>
                <a:lnTo>
                  <a:pt x="5329327" y="0"/>
                </a:lnTo>
                <a:lnTo>
                  <a:pt x="5329327" y="5053699"/>
                </a:lnTo>
                <a:lnTo>
                  <a:pt x="0" y="50536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3964" r="0" b="-74319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47820" y="846434"/>
            <a:ext cx="7709983" cy="35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B76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JABONES ARTESANALES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7820" y="1217052"/>
            <a:ext cx="784725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>
                <a:solidFill>
                  <a:srgbClr val="732135"/>
                </a:solidFill>
                <a:latin typeface="Georgia"/>
                <a:ea typeface="Georgia"/>
                <a:cs typeface="Georgia"/>
                <a:sym typeface="Georgia"/>
              </a:rPr>
              <a:t>Jabón de Carbón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7820" y="2493640"/>
            <a:ext cx="7751169" cy="76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Limpieza profunda para piel con exceso de grasa, brillo e impurezas visibles.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6457" y="3615028"/>
            <a:ext cx="1807493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90 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874275" y="3615028"/>
            <a:ext cx="73342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Bs.- 30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1959" y="4452037"/>
            <a:ext cx="119509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1959" y="4728462"/>
            <a:ext cx="308408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El carbon activado ayuda a adsorber sebo, particulas e impurezas superficiales.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531906" y="4452037"/>
            <a:ext cx="93761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BENEFICIO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516418" y="4700687"/>
            <a:ext cx="3084081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Funciona como imán magnético que atrae y remueve toxinas, metales pesados y residuos de contamicación urbana. Limpia los poros a profundidad, elimina exceso de sebo, previene poros negros y oxigena las capas cutáneas.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49292" y="6813654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APLICACION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33805" y="7062304"/>
            <a:ext cx="308408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Frot</a:t>
            </a: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ar la barra con las manos húmedas hasta obtener espuma, masajear la zona con movimientos circulares, dejar que los activos botánicos actúen y enjuagar con abundante agua.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513751" y="6785879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RECOMENDACION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498263" y="7034529"/>
            <a:ext cx="308408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Incorporar de 2 a 3 veces por semana en su rutina nocturna.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15496" y="8855560"/>
            <a:ext cx="719788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Ideal para pieles urbanas, mixtas, grasas o con tendencia a puntos negros.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3093885" y="8135529"/>
            <a:ext cx="1762952" cy="1440062"/>
            <a:chOff x="0" y="0"/>
            <a:chExt cx="2350603" cy="1920082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213676" y="0"/>
              <a:ext cx="1955972" cy="1920082"/>
              <a:chOff x="0" y="0"/>
              <a:chExt cx="812800" cy="79788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797886"/>
              </a:xfrm>
              <a:custGeom>
                <a:avLst/>
                <a:gdLst/>
                <a:ahLst/>
                <a:cxnLst/>
                <a:rect r="r" b="b" t="t" l="l"/>
                <a:pathLst>
                  <a:path h="797886" w="812800">
                    <a:moveTo>
                      <a:pt x="406400" y="0"/>
                    </a:moveTo>
                    <a:cubicBezTo>
                      <a:pt x="181951" y="0"/>
                      <a:pt x="0" y="178613"/>
                      <a:pt x="0" y="398943"/>
                    </a:cubicBezTo>
                    <a:cubicBezTo>
                      <a:pt x="0" y="619273"/>
                      <a:pt x="181951" y="797886"/>
                      <a:pt x="406400" y="797886"/>
                    </a:cubicBezTo>
                    <a:cubicBezTo>
                      <a:pt x="630849" y="797886"/>
                      <a:pt x="812800" y="619273"/>
                      <a:pt x="812800" y="398943"/>
                    </a:cubicBezTo>
                    <a:cubicBezTo>
                      <a:pt x="812800" y="17861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BE3E4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74802"/>
                <a:ext cx="660400" cy="648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1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0" y="129215"/>
              <a:ext cx="2350603" cy="1661651"/>
            </a:xfrm>
            <a:custGeom>
              <a:avLst/>
              <a:gdLst/>
              <a:ahLst/>
              <a:cxnLst/>
              <a:rect r="r" b="b" t="t" l="l"/>
              <a:pathLst>
                <a:path h="1661651" w="2350603">
                  <a:moveTo>
                    <a:pt x="0" y="0"/>
                  </a:moveTo>
                  <a:lnTo>
                    <a:pt x="2350603" y="0"/>
                  </a:lnTo>
                  <a:lnTo>
                    <a:pt x="2350603" y="1661652"/>
                  </a:lnTo>
                  <a:lnTo>
                    <a:pt x="0" y="166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5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596703" cy="10295039"/>
            <a:chOff x="0" y="0"/>
            <a:chExt cx="11462271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6232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1462321">
                  <a:moveTo>
                    <a:pt x="0" y="0"/>
                  </a:moveTo>
                  <a:lnTo>
                    <a:pt x="11462321" y="0"/>
                  </a:lnTo>
                  <a:lnTo>
                    <a:pt x="1146232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B7654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09837" y="1281355"/>
            <a:ext cx="6177029" cy="6657461"/>
            <a:chOff x="0" y="0"/>
            <a:chExt cx="8236039" cy="8876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077" cy="8876665"/>
            </a:xfrm>
            <a:custGeom>
              <a:avLst/>
              <a:gdLst/>
              <a:ahLst/>
              <a:cxnLst/>
              <a:rect r="r" b="b" t="t" l="l"/>
              <a:pathLst>
                <a:path h="8876665" w="8236077">
                  <a:moveTo>
                    <a:pt x="0" y="1372743"/>
                  </a:moveTo>
                  <a:cubicBezTo>
                    <a:pt x="0" y="614553"/>
                    <a:pt x="614553" y="0"/>
                    <a:pt x="1372743" y="0"/>
                  </a:cubicBezTo>
                  <a:lnTo>
                    <a:pt x="6863334" y="0"/>
                  </a:lnTo>
                  <a:cubicBezTo>
                    <a:pt x="7621397" y="0"/>
                    <a:pt x="8236077" y="614553"/>
                    <a:pt x="8236077" y="1372743"/>
                  </a:cubicBezTo>
                  <a:lnTo>
                    <a:pt x="8236077" y="7503922"/>
                  </a:lnTo>
                  <a:cubicBezTo>
                    <a:pt x="8236077" y="8261985"/>
                    <a:pt x="7621524" y="8876665"/>
                    <a:pt x="6863334" y="8876665"/>
                  </a:cubicBezTo>
                  <a:lnTo>
                    <a:pt x="1372743" y="8876665"/>
                  </a:lnTo>
                  <a:cubicBezTo>
                    <a:pt x="614553" y="8876665"/>
                    <a:pt x="0" y="8261985"/>
                    <a:pt x="0" y="75039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20603" y="3512019"/>
            <a:ext cx="2127647" cy="521618"/>
            <a:chOff x="0" y="0"/>
            <a:chExt cx="2836862" cy="695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6926" cy="695579"/>
            </a:xfrm>
            <a:custGeom>
              <a:avLst/>
              <a:gdLst/>
              <a:ahLst/>
              <a:cxnLst/>
              <a:rect r="r" b="b" t="t" l="l"/>
              <a:pathLst>
                <a:path h="695579" w="2836926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720975" y="0"/>
                  </a:lnTo>
                  <a:cubicBezTo>
                    <a:pt x="2784983" y="0"/>
                    <a:pt x="2836926" y="51943"/>
                    <a:pt x="2836926" y="115951"/>
                  </a:cubicBezTo>
                  <a:lnTo>
                    <a:pt x="2836926" y="579628"/>
                  </a:lnTo>
                  <a:cubicBezTo>
                    <a:pt x="2836926" y="643636"/>
                    <a:pt x="2784983" y="695579"/>
                    <a:pt x="272097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81603" y="3512019"/>
            <a:ext cx="1647206" cy="521618"/>
            <a:chOff x="0" y="0"/>
            <a:chExt cx="2196274" cy="695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6338" cy="695579"/>
            </a:xfrm>
            <a:custGeom>
              <a:avLst/>
              <a:gdLst/>
              <a:ahLst/>
              <a:cxnLst/>
              <a:rect r="r" b="b" t="t" l="l"/>
              <a:pathLst>
                <a:path h="695579" w="2196338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080387" y="0"/>
                  </a:lnTo>
                  <a:cubicBezTo>
                    <a:pt x="2144395" y="0"/>
                    <a:pt x="2196338" y="51943"/>
                    <a:pt x="2196338" y="115951"/>
                  </a:cubicBezTo>
                  <a:lnTo>
                    <a:pt x="2196338" y="579628"/>
                  </a:lnTo>
                  <a:cubicBezTo>
                    <a:pt x="2196338" y="643636"/>
                    <a:pt x="2144395" y="695579"/>
                    <a:pt x="2080387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7321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11078" y="4271190"/>
            <a:ext cx="3752736" cy="1669973"/>
            <a:chOff x="0" y="0"/>
            <a:chExt cx="5003648" cy="22266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4125"/>
              <a:ext cx="4978146" cy="2198339"/>
            </a:xfrm>
            <a:custGeom>
              <a:avLst/>
              <a:gdLst/>
              <a:ahLst/>
              <a:cxnLst/>
              <a:rect r="r" b="b" t="t" l="l"/>
              <a:pathLst>
                <a:path h="2198339" w="4978146">
                  <a:moveTo>
                    <a:pt x="0" y="366389"/>
                  </a:moveTo>
                  <a:cubicBezTo>
                    <a:pt x="0" y="163985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63985"/>
                    <a:pt x="4978146" y="366389"/>
                  </a:cubicBezTo>
                  <a:lnTo>
                    <a:pt x="4978146" y="1831948"/>
                  </a:lnTo>
                  <a:cubicBezTo>
                    <a:pt x="4978146" y="2034353"/>
                    <a:pt x="4829556" y="2198338"/>
                    <a:pt x="4646168" y="2198338"/>
                  </a:cubicBezTo>
                  <a:lnTo>
                    <a:pt x="331978" y="2198338"/>
                  </a:lnTo>
                  <a:cubicBezTo>
                    <a:pt x="148590" y="2198338"/>
                    <a:pt x="0" y="2034353"/>
                    <a:pt x="0" y="18319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03546" cy="2226588"/>
            </a:xfrm>
            <a:custGeom>
              <a:avLst/>
              <a:gdLst/>
              <a:ahLst/>
              <a:cxnLst/>
              <a:rect r="r" b="b" t="t" l="l"/>
              <a:pathLst>
                <a:path h="2226588" w="5003546">
                  <a:moveTo>
                    <a:pt x="0" y="380514"/>
                  </a:moveTo>
                  <a:cubicBezTo>
                    <a:pt x="0" y="170200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4125"/>
                  </a:lnTo>
                  <a:lnTo>
                    <a:pt x="4658868" y="0"/>
                  </a:lnTo>
                  <a:cubicBezTo>
                    <a:pt x="4849114" y="0"/>
                    <a:pt x="5003546" y="170200"/>
                    <a:pt x="5003546" y="380514"/>
                  </a:cubicBezTo>
                  <a:lnTo>
                    <a:pt x="4990846" y="380514"/>
                  </a:lnTo>
                  <a:lnTo>
                    <a:pt x="5003546" y="380514"/>
                  </a:lnTo>
                  <a:lnTo>
                    <a:pt x="5003546" y="1846073"/>
                  </a:lnTo>
                  <a:lnTo>
                    <a:pt x="4990846" y="1846073"/>
                  </a:lnTo>
                  <a:lnTo>
                    <a:pt x="5003546" y="1846073"/>
                  </a:lnTo>
                  <a:cubicBezTo>
                    <a:pt x="5003546" y="2056387"/>
                    <a:pt x="4849114" y="2226588"/>
                    <a:pt x="4658868" y="2226588"/>
                  </a:cubicBezTo>
                  <a:lnTo>
                    <a:pt x="4658868" y="2212463"/>
                  </a:lnTo>
                  <a:lnTo>
                    <a:pt x="4658868" y="2226588"/>
                  </a:lnTo>
                  <a:lnTo>
                    <a:pt x="344678" y="2226588"/>
                  </a:lnTo>
                  <a:lnTo>
                    <a:pt x="344678" y="2212463"/>
                  </a:lnTo>
                  <a:lnTo>
                    <a:pt x="344678" y="2226588"/>
                  </a:lnTo>
                  <a:cubicBezTo>
                    <a:pt x="154432" y="2226588"/>
                    <a:pt x="0" y="2056387"/>
                    <a:pt x="0" y="1846073"/>
                  </a:cubicBezTo>
                  <a:lnTo>
                    <a:pt x="0" y="380514"/>
                  </a:lnTo>
                  <a:lnTo>
                    <a:pt x="12700" y="380514"/>
                  </a:lnTo>
                  <a:lnTo>
                    <a:pt x="0" y="380514"/>
                  </a:lnTo>
                  <a:moveTo>
                    <a:pt x="25400" y="380514"/>
                  </a:moveTo>
                  <a:lnTo>
                    <a:pt x="25400" y="1846073"/>
                  </a:lnTo>
                  <a:lnTo>
                    <a:pt x="12700" y="1846073"/>
                  </a:lnTo>
                  <a:lnTo>
                    <a:pt x="25400" y="1846073"/>
                  </a:lnTo>
                  <a:cubicBezTo>
                    <a:pt x="25400" y="2040568"/>
                    <a:pt x="168275" y="2198339"/>
                    <a:pt x="344678" y="2198339"/>
                  </a:cubicBezTo>
                  <a:lnTo>
                    <a:pt x="4658868" y="2198339"/>
                  </a:lnTo>
                  <a:cubicBezTo>
                    <a:pt x="4835271" y="2198339"/>
                    <a:pt x="4978146" y="2040568"/>
                    <a:pt x="4978146" y="1846073"/>
                  </a:cubicBezTo>
                  <a:lnTo>
                    <a:pt x="4978146" y="380514"/>
                  </a:lnTo>
                  <a:cubicBezTo>
                    <a:pt x="4978273" y="186020"/>
                    <a:pt x="4835398" y="28249"/>
                    <a:pt x="4658995" y="28249"/>
                  </a:cubicBezTo>
                  <a:lnTo>
                    <a:pt x="344678" y="28249"/>
                  </a:lnTo>
                  <a:lnTo>
                    <a:pt x="344678" y="14125"/>
                  </a:lnTo>
                  <a:lnTo>
                    <a:pt x="344678" y="28249"/>
                  </a:lnTo>
                  <a:cubicBezTo>
                    <a:pt x="168275" y="28249"/>
                    <a:pt x="25400" y="186020"/>
                    <a:pt x="25400" y="380514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429088" y="4271190"/>
            <a:ext cx="3752736" cy="1669973"/>
            <a:chOff x="0" y="0"/>
            <a:chExt cx="5003648" cy="22266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4125"/>
              <a:ext cx="4978146" cy="2198339"/>
            </a:xfrm>
            <a:custGeom>
              <a:avLst/>
              <a:gdLst/>
              <a:ahLst/>
              <a:cxnLst/>
              <a:rect r="r" b="b" t="t" l="l"/>
              <a:pathLst>
                <a:path h="2198339" w="4978146">
                  <a:moveTo>
                    <a:pt x="0" y="366389"/>
                  </a:moveTo>
                  <a:cubicBezTo>
                    <a:pt x="0" y="163985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63985"/>
                    <a:pt x="4978146" y="366389"/>
                  </a:cubicBezTo>
                  <a:lnTo>
                    <a:pt x="4978146" y="1831948"/>
                  </a:lnTo>
                  <a:cubicBezTo>
                    <a:pt x="4978146" y="2034353"/>
                    <a:pt x="4829556" y="2198338"/>
                    <a:pt x="4646168" y="2198338"/>
                  </a:cubicBezTo>
                  <a:lnTo>
                    <a:pt x="331978" y="2198338"/>
                  </a:lnTo>
                  <a:cubicBezTo>
                    <a:pt x="148590" y="2198338"/>
                    <a:pt x="0" y="2034353"/>
                    <a:pt x="0" y="18319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03546" cy="2226588"/>
            </a:xfrm>
            <a:custGeom>
              <a:avLst/>
              <a:gdLst/>
              <a:ahLst/>
              <a:cxnLst/>
              <a:rect r="r" b="b" t="t" l="l"/>
              <a:pathLst>
                <a:path h="2226588" w="5003546">
                  <a:moveTo>
                    <a:pt x="0" y="380514"/>
                  </a:moveTo>
                  <a:cubicBezTo>
                    <a:pt x="0" y="170200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4125"/>
                  </a:lnTo>
                  <a:lnTo>
                    <a:pt x="4658868" y="0"/>
                  </a:lnTo>
                  <a:cubicBezTo>
                    <a:pt x="4849114" y="0"/>
                    <a:pt x="5003546" y="170200"/>
                    <a:pt x="5003546" y="380514"/>
                  </a:cubicBezTo>
                  <a:lnTo>
                    <a:pt x="4990846" y="380514"/>
                  </a:lnTo>
                  <a:lnTo>
                    <a:pt x="5003546" y="380514"/>
                  </a:lnTo>
                  <a:lnTo>
                    <a:pt x="5003546" y="1846073"/>
                  </a:lnTo>
                  <a:lnTo>
                    <a:pt x="4990846" y="1846073"/>
                  </a:lnTo>
                  <a:lnTo>
                    <a:pt x="5003546" y="1846073"/>
                  </a:lnTo>
                  <a:cubicBezTo>
                    <a:pt x="5003546" y="2056387"/>
                    <a:pt x="4849114" y="2226588"/>
                    <a:pt x="4658868" y="2226588"/>
                  </a:cubicBezTo>
                  <a:lnTo>
                    <a:pt x="4658868" y="2212463"/>
                  </a:lnTo>
                  <a:lnTo>
                    <a:pt x="4658868" y="2226588"/>
                  </a:lnTo>
                  <a:lnTo>
                    <a:pt x="344678" y="2226588"/>
                  </a:lnTo>
                  <a:lnTo>
                    <a:pt x="344678" y="2212463"/>
                  </a:lnTo>
                  <a:lnTo>
                    <a:pt x="344678" y="2226588"/>
                  </a:lnTo>
                  <a:cubicBezTo>
                    <a:pt x="154432" y="2226588"/>
                    <a:pt x="0" y="2056387"/>
                    <a:pt x="0" y="1846073"/>
                  </a:cubicBezTo>
                  <a:lnTo>
                    <a:pt x="0" y="380514"/>
                  </a:lnTo>
                  <a:lnTo>
                    <a:pt x="12700" y="380514"/>
                  </a:lnTo>
                  <a:lnTo>
                    <a:pt x="0" y="380514"/>
                  </a:lnTo>
                  <a:moveTo>
                    <a:pt x="25400" y="380514"/>
                  </a:moveTo>
                  <a:lnTo>
                    <a:pt x="25400" y="1846073"/>
                  </a:lnTo>
                  <a:lnTo>
                    <a:pt x="12700" y="1846073"/>
                  </a:lnTo>
                  <a:lnTo>
                    <a:pt x="25400" y="1846073"/>
                  </a:lnTo>
                  <a:cubicBezTo>
                    <a:pt x="25400" y="2040568"/>
                    <a:pt x="168275" y="2198339"/>
                    <a:pt x="344678" y="2198339"/>
                  </a:cubicBezTo>
                  <a:lnTo>
                    <a:pt x="4658868" y="2198339"/>
                  </a:lnTo>
                  <a:cubicBezTo>
                    <a:pt x="4835271" y="2198339"/>
                    <a:pt x="4978146" y="2040568"/>
                    <a:pt x="4978146" y="1846073"/>
                  </a:cubicBezTo>
                  <a:lnTo>
                    <a:pt x="4978146" y="380514"/>
                  </a:lnTo>
                  <a:cubicBezTo>
                    <a:pt x="4978273" y="186020"/>
                    <a:pt x="4835398" y="28249"/>
                    <a:pt x="4658995" y="28249"/>
                  </a:cubicBezTo>
                  <a:lnTo>
                    <a:pt x="344678" y="28249"/>
                  </a:lnTo>
                  <a:lnTo>
                    <a:pt x="344678" y="14125"/>
                  </a:lnTo>
                  <a:lnTo>
                    <a:pt x="344678" y="28249"/>
                  </a:lnTo>
                  <a:cubicBezTo>
                    <a:pt x="168275" y="28249"/>
                    <a:pt x="25400" y="186020"/>
                    <a:pt x="25400" y="380514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311078" y="6226913"/>
            <a:ext cx="3752736" cy="2341969"/>
            <a:chOff x="0" y="0"/>
            <a:chExt cx="5003648" cy="31226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9808"/>
              <a:ext cx="4978146" cy="3082949"/>
            </a:xfrm>
            <a:custGeom>
              <a:avLst/>
              <a:gdLst/>
              <a:ahLst/>
              <a:cxnLst/>
              <a:rect r="r" b="b" t="t" l="l"/>
              <a:pathLst>
                <a:path h="3082949" w="4978146">
                  <a:moveTo>
                    <a:pt x="0" y="513825"/>
                  </a:moveTo>
                  <a:cubicBezTo>
                    <a:pt x="0" y="229973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229973"/>
                    <a:pt x="4978146" y="513825"/>
                  </a:cubicBezTo>
                  <a:lnTo>
                    <a:pt x="4978146" y="2569125"/>
                  </a:lnTo>
                  <a:cubicBezTo>
                    <a:pt x="4978146" y="2852976"/>
                    <a:pt x="4829556" y="3082950"/>
                    <a:pt x="4646168" y="3082950"/>
                  </a:cubicBezTo>
                  <a:lnTo>
                    <a:pt x="331978" y="3082950"/>
                  </a:lnTo>
                  <a:cubicBezTo>
                    <a:pt x="148590" y="3082950"/>
                    <a:pt x="0" y="2852976"/>
                    <a:pt x="0" y="256912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03546" cy="3122566"/>
            </a:xfrm>
            <a:custGeom>
              <a:avLst/>
              <a:gdLst/>
              <a:ahLst/>
              <a:cxnLst/>
              <a:rect r="r" b="b" t="t" l="l"/>
              <a:pathLst>
                <a:path h="3122566" w="5003546">
                  <a:moveTo>
                    <a:pt x="0" y="533633"/>
                  </a:moveTo>
                  <a:cubicBezTo>
                    <a:pt x="0" y="238689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9808"/>
                  </a:lnTo>
                  <a:lnTo>
                    <a:pt x="4658868" y="0"/>
                  </a:lnTo>
                  <a:cubicBezTo>
                    <a:pt x="4849114" y="0"/>
                    <a:pt x="5003546" y="238689"/>
                    <a:pt x="5003546" y="533633"/>
                  </a:cubicBezTo>
                  <a:lnTo>
                    <a:pt x="4990846" y="533633"/>
                  </a:lnTo>
                  <a:lnTo>
                    <a:pt x="5003546" y="533633"/>
                  </a:lnTo>
                  <a:lnTo>
                    <a:pt x="5003546" y="2588933"/>
                  </a:lnTo>
                  <a:lnTo>
                    <a:pt x="4990846" y="2588933"/>
                  </a:lnTo>
                  <a:lnTo>
                    <a:pt x="5003546" y="2588933"/>
                  </a:lnTo>
                  <a:cubicBezTo>
                    <a:pt x="5003546" y="2883877"/>
                    <a:pt x="4849114" y="3122566"/>
                    <a:pt x="4658868" y="3122566"/>
                  </a:cubicBezTo>
                  <a:lnTo>
                    <a:pt x="4658868" y="3102758"/>
                  </a:lnTo>
                  <a:lnTo>
                    <a:pt x="4658868" y="3122566"/>
                  </a:lnTo>
                  <a:lnTo>
                    <a:pt x="344678" y="3122566"/>
                  </a:lnTo>
                  <a:lnTo>
                    <a:pt x="344678" y="3102758"/>
                  </a:lnTo>
                  <a:lnTo>
                    <a:pt x="344678" y="3122566"/>
                  </a:lnTo>
                  <a:cubicBezTo>
                    <a:pt x="154432" y="3122566"/>
                    <a:pt x="0" y="2883877"/>
                    <a:pt x="0" y="2588933"/>
                  </a:cubicBezTo>
                  <a:lnTo>
                    <a:pt x="0" y="533633"/>
                  </a:lnTo>
                  <a:lnTo>
                    <a:pt x="12700" y="533633"/>
                  </a:lnTo>
                  <a:lnTo>
                    <a:pt x="0" y="533633"/>
                  </a:lnTo>
                  <a:moveTo>
                    <a:pt x="25400" y="533633"/>
                  </a:moveTo>
                  <a:lnTo>
                    <a:pt x="25400" y="2588933"/>
                  </a:lnTo>
                  <a:lnTo>
                    <a:pt x="12700" y="2588933"/>
                  </a:lnTo>
                  <a:lnTo>
                    <a:pt x="25400" y="2588933"/>
                  </a:lnTo>
                  <a:cubicBezTo>
                    <a:pt x="25400" y="2861692"/>
                    <a:pt x="168275" y="3082949"/>
                    <a:pt x="344678" y="3082949"/>
                  </a:cubicBezTo>
                  <a:lnTo>
                    <a:pt x="4658868" y="3082949"/>
                  </a:lnTo>
                  <a:cubicBezTo>
                    <a:pt x="4835271" y="3082949"/>
                    <a:pt x="4978146" y="2861692"/>
                    <a:pt x="4978146" y="2588933"/>
                  </a:cubicBezTo>
                  <a:lnTo>
                    <a:pt x="4978146" y="533633"/>
                  </a:lnTo>
                  <a:cubicBezTo>
                    <a:pt x="4978273" y="260874"/>
                    <a:pt x="4835398" y="39616"/>
                    <a:pt x="4658995" y="39616"/>
                  </a:cubicBezTo>
                  <a:lnTo>
                    <a:pt x="344678" y="39616"/>
                  </a:lnTo>
                  <a:lnTo>
                    <a:pt x="344678" y="19808"/>
                  </a:lnTo>
                  <a:lnTo>
                    <a:pt x="344678" y="39616"/>
                  </a:lnTo>
                  <a:cubicBezTo>
                    <a:pt x="168275" y="39616"/>
                    <a:pt x="25400" y="260874"/>
                    <a:pt x="25400" y="533633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429088" y="6226913"/>
            <a:ext cx="3752736" cy="2341969"/>
            <a:chOff x="0" y="0"/>
            <a:chExt cx="5003648" cy="31226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9808"/>
              <a:ext cx="4978146" cy="3082949"/>
            </a:xfrm>
            <a:custGeom>
              <a:avLst/>
              <a:gdLst/>
              <a:ahLst/>
              <a:cxnLst/>
              <a:rect r="r" b="b" t="t" l="l"/>
              <a:pathLst>
                <a:path h="3082949" w="4978146">
                  <a:moveTo>
                    <a:pt x="0" y="513825"/>
                  </a:moveTo>
                  <a:cubicBezTo>
                    <a:pt x="0" y="229973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229973"/>
                    <a:pt x="4978146" y="513825"/>
                  </a:cubicBezTo>
                  <a:lnTo>
                    <a:pt x="4978146" y="2569125"/>
                  </a:lnTo>
                  <a:cubicBezTo>
                    <a:pt x="4978146" y="2852976"/>
                    <a:pt x="4829556" y="3082950"/>
                    <a:pt x="4646168" y="3082950"/>
                  </a:cubicBezTo>
                  <a:lnTo>
                    <a:pt x="331978" y="3082950"/>
                  </a:lnTo>
                  <a:cubicBezTo>
                    <a:pt x="148590" y="3082950"/>
                    <a:pt x="0" y="2852976"/>
                    <a:pt x="0" y="256912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03546" cy="3122566"/>
            </a:xfrm>
            <a:custGeom>
              <a:avLst/>
              <a:gdLst/>
              <a:ahLst/>
              <a:cxnLst/>
              <a:rect r="r" b="b" t="t" l="l"/>
              <a:pathLst>
                <a:path h="3122566" w="5003546">
                  <a:moveTo>
                    <a:pt x="0" y="533633"/>
                  </a:moveTo>
                  <a:cubicBezTo>
                    <a:pt x="0" y="238689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9808"/>
                  </a:lnTo>
                  <a:lnTo>
                    <a:pt x="4658868" y="0"/>
                  </a:lnTo>
                  <a:cubicBezTo>
                    <a:pt x="4849114" y="0"/>
                    <a:pt x="5003546" y="238689"/>
                    <a:pt x="5003546" y="533633"/>
                  </a:cubicBezTo>
                  <a:lnTo>
                    <a:pt x="4990846" y="533633"/>
                  </a:lnTo>
                  <a:lnTo>
                    <a:pt x="5003546" y="533633"/>
                  </a:lnTo>
                  <a:lnTo>
                    <a:pt x="5003546" y="2588933"/>
                  </a:lnTo>
                  <a:lnTo>
                    <a:pt x="4990846" y="2588933"/>
                  </a:lnTo>
                  <a:lnTo>
                    <a:pt x="5003546" y="2588933"/>
                  </a:lnTo>
                  <a:cubicBezTo>
                    <a:pt x="5003546" y="2883877"/>
                    <a:pt x="4849114" y="3122566"/>
                    <a:pt x="4658868" y="3122566"/>
                  </a:cubicBezTo>
                  <a:lnTo>
                    <a:pt x="4658868" y="3102758"/>
                  </a:lnTo>
                  <a:lnTo>
                    <a:pt x="4658868" y="3122566"/>
                  </a:lnTo>
                  <a:lnTo>
                    <a:pt x="344678" y="3122566"/>
                  </a:lnTo>
                  <a:lnTo>
                    <a:pt x="344678" y="3102758"/>
                  </a:lnTo>
                  <a:lnTo>
                    <a:pt x="344678" y="3122566"/>
                  </a:lnTo>
                  <a:cubicBezTo>
                    <a:pt x="154432" y="3122566"/>
                    <a:pt x="0" y="2883877"/>
                    <a:pt x="0" y="2588933"/>
                  </a:cubicBezTo>
                  <a:lnTo>
                    <a:pt x="0" y="533633"/>
                  </a:lnTo>
                  <a:lnTo>
                    <a:pt x="12700" y="533633"/>
                  </a:lnTo>
                  <a:lnTo>
                    <a:pt x="0" y="533633"/>
                  </a:lnTo>
                  <a:moveTo>
                    <a:pt x="25400" y="533633"/>
                  </a:moveTo>
                  <a:lnTo>
                    <a:pt x="25400" y="2588933"/>
                  </a:lnTo>
                  <a:lnTo>
                    <a:pt x="12700" y="2588933"/>
                  </a:lnTo>
                  <a:lnTo>
                    <a:pt x="25400" y="2588933"/>
                  </a:lnTo>
                  <a:cubicBezTo>
                    <a:pt x="25400" y="2861692"/>
                    <a:pt x="168275" y="3082949"/>
                    <a:pt x="344678" y="3082949"/>
                  </a:cubicBezTo>
                  <a:lnTo>
                    <a:pt x="4658868" y="3082949"/>
                  </a:lnTo>
                  <a:cubicBezTo>
                    <a:pt x="4835271" y="3082949"/>
                    <a:pt x="4978146" y="2861692"/>
                    <a:pt x="4978146" y="2588933"/>
                  </a:cubicBezTo>
                  <a:lnTo>
                    <a:pt x="4978146" y="533633"/>
                  </a:lnTo>
                  <a:cubicBezTo>
                    <a:pt x="4978273" y="260874"/>
                    <a:pt x="4835398" y="39616"/>
                    <a:pt x="4658995" y="39616"/>
                  </a:cubicBezTo>
                  <a:lnTo>
                    <a:pt x="344678" y="39616"/>
                  </a:lnTo>
                  <a:lnTo>
                    <a:pt x="344678" y="19808"/>
                  </a:lnTo>
                  <a:lnTo>
                    <a:pt x="344678" y="39616"/>
                  </a:lnTo>
                  <a:cubicBezTo>
                    <a:pt x="168275" y="39616"/>
                    <a:pt x="25400" y="260874"/>
                    <a:pt x="25400" y="533633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361784" y="8854632"/>
            <a:ext cx="7851686" cy="545649"/>
            <a:chOff x="0" y="0"/>
            <a:chExt cx="10468915" cy="7275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68864" cy="727513"/>
            </a:xfrm>
            <a:custGeom>
              <a:avLst/>
              <a:gdLst/>
              <a:ahLst/>
              <a:cxnLst/>
              <a:rect r="r" b="b" t="t" l="l"/>
              <a:pathLst>
                <a:path h="727513" w="10468864">
                  <a:moveTo>
                    <a:pt x="0" y="121252"/>
                  </a:moveTo>
                  <a:cubicBezTo>
                    <a:pt x="0" y="54247"/>
                    <a:pt x="75057" y="0"/>
                    <a:pt x="167767" y="0"/>
                  </a:cubicBezTo>
                  <a:lnTo>
                    <a:pt x="10301098" y="0"/>
                  </a:lnTo>
                  <a:cubicBezTo>
                    <a:pt x="10393807" y="0"/>
                    <a:pt x="10468864" y="54247"/>
                    <a:pt x="10468864" y="121252"/>
                  </a:cubicBezTo>
                  <a:lnTo>
                    <a:pt x="10468864" y="606261"/>
                  </a:lnTo>
                  <a:cubicBezTo>
                    <a:pt x="10468864" y="673266"/>
                    <a:pt x="10393807" y="727513"/>
                    <a:pt x="10301098" y="727513"/>
                  </a:cubicBezTo>
                  <a:lnTo>
                    <a:pt x="167767" y="727513"/>
                  </a:lnTo>
                  <a:cubicBezTo>
                    <a:pt x="75057" y="727513"/>
                    <a:pt x="0" y="673266"/>
                    <a:pt x="0" y="606261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416875" y="8298375"/>
            <a:ext cx="1762952" cy="1440062"/>
            <a:chOff x="0" y="0"/>
            <a:chExt cx="2350603" cy="192008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213676" y="0"/>
              <a:ext cx="1955972" cy="1920082"/>
              <a:chOff x="0" y="0"/>
              <a:chExt cx="812800" cy="79788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797886"/>
              </a:xfrm>
              <a:custGeom>
                <a:avLst/>
                <a:gdLst/>
                <a:ahLst/>
                <a:cxnLst/>
                <a:rect r="r" b="b" t="t" l="l"/>
                <a:pathLst>
                  <a:path h="797886" w="812800">
                    <a:moveTo>
                      <a:pt x="406400" y="0"/>
                    </a:moveTo>
                    <a:cubicBezTo>
                      <a:pt x="181951" y="0"/>
                      <a:pt x="0" y="178613"/>
                      <a:pt x="0" y="398943"/>
                    </a:cubicBezTo>
                    <a:cubicBezTo>
                      <a:pt x="0" y="619273"/>
                      <a:pt x="181951" y="797886"/>
                      <a:pt x="406400" y="797886"/>
                    </a:cubicBezTo>
                    <a:cubicBezTo>
                      <a:pt x="630849" y="797886"/>
                      <a:pt x="812800" y="619273"/>
                      <a:pt x="812800" y="398943"/>
                    </a:cubicBezTo>
                    <a:cubicBezTo>
                      <a:pt x="812800" y="17861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BF5EA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74802"/>
                <a:ext cx="660400" cy="648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1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0" y="129215"/>
              <a:ext cx="2350603" cy="1661651"/>
            </a:xfrm>
            <a:custGeom>
              <a:avLst/>
              <a:gdLst/>
              <a:ahLst/>
              <a:cxnLst/>
              <a:rect r="r" b="b" t="t" l="l"/>
              <a:pathLst>
                <a:path h="1661651" w="2350603">
                  <a:moveTo>
                    <a:pt x="0" y="0"/>
                  </a:moveTo>
                  <a:lnTo>
                    <a:pt x="2350603" y="0"/>
                  </a:lnTo>
                  <a:lnTo>
                    <a:pt x="2350603" y="1661652"/>
                  </a:lnTo>
                  <a:lnTo>
                    <a:pt x="0" y="166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623464" y="1576650"/>
            <a:ext cx="5388707" cy="6241399"/>
          </a:xfrm>
          <a:custGeom>
            <a:avLst/>
            <a:gdLst/>
            <a:ahLst/>
            <a:cxnLst/>
            <a:rect r="r" b="b" t="t" l="l"/>
            <a:pathLst>
              <a:path h="6241399" w="5388707">
                <a:moveTo>
                  <a:pt x="0" y="0"/>
                </a:moveTo>
                <a:lnTo>
                  <a:pt x="5388707" y="0"/>
                </a:lnTo>
                <a:lnTo>
                  <a:pt x="5388707" y="6241399"/>
                </a:lnTo>
                <a:lnTo>
                  <a:pt x="0" y="6241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713" t="0" r="-94258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412043" y="885234"/>
            <a:ext cx="770998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B76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JABON ARTESANAL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12043" y="1255852"/>
            <a:ext cx="784725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>
                <a:solidFill>
                  <a:srgbClr val="732135"/>
                </a:solidFill>
                <a:latin typeface="Georgia"/>
                <a:ea typeface="Georgia"/>
                <a:cs typeface="Georgia"/>
                <a:sym typeface="Georgia"/>
              </a:rPr>
              <a:t>Jabón de Bicarbonato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12043" y="2188044"/>
            <a:ext cx="775116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Limpieza purificante y curativa que actúa como un micro exfoliante natural si</a:t>
            </a:r>
            <a:r>
              <a:rPr lang="en-US" sz="2251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n componentes sintéticos agresivos.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80680" y="3653827"/>
            <a:ext cx="1807493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90 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38498" y="3653827"/>
            <a:ext cx="73342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Bs.- 30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31670" y="4518612"/>
            <a:ext cx="119509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31670" y="4780473"/>
            <a:ext cx="308408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Jabón artesana</a:t>
            </a: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l y orgánico de limpieza profunda. Actúa como un micro exfoliante natural que purifica la piel sin químicos agresivos.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49690" y="4518612"/>
            <a:ext cx="93761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BENEFICIO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49690" y="4780473"/>
            <a:ext cx="308408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Piel: Elimina células muertas, controla el exceso de grasa y combate el acné.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Cabello: Limpia el cuero cabelludo y ayuda a reducir la caspa.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31670" y="6474334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APLICACION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31670" y="6736196"/>
            <a:ext cx="3084081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ostro y Cuerpo: Generar espuma con las manos, aplicar con masajes circulares suaves en las zonas deseadas y enjuagar con abundante agua.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Cabello: Aplicar directamente sobre el cuero cabelludo húmedo, masajear la raíz y enjuagar.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749690" y="6474334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RECOMENDACION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749690" y="6736196"/>
            <a:ext cx="308408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Uso ideal de 2 a 3 veces por semana en pieles mixtas a grasas. Hidratar la piel después de su uso.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766621" y="8993992"/>
            <a:ext cx="722490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Evitar en pieles muy secas, sensibles o irritadas.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5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812444" cy="10295039"/>
            <a:chOff x="0" y="0"/>
            <a:chExt cx="11749926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4997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1749977">
                  <a:moveTo>
                    <a:pt x="0" y="0"/>
                  </a:moveTo>
                  <a:lnTo>
                    <a:pt x="11749977" y="0"/>
                  </a:lnTo>
                  <a:lnTo>
                    <a:pt x="11749977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17708" y="1290314"/>
            <a:ext cx="6177029" cy="6657461"/>
            <a:chOff x="0" y="0"/>
            <a:chExt cx="8236039" cy="8876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077" cy="8876665"/>
            </a:xfrm>
            <a:custGeom>
              <a:avLst/>
              <a:gdLst/>
              <a:ahLst/>
              <a:cxnLst/>
              <a:rect r="r" b="b" t="t" l="l"/>
              <a:pathLst>
                <a:path h="8876665" w="8236077">
                  <a:moveTo>
                    <a:pt x="0" y="1372743"/>
                  </a:moveTo>
                  <a:cubicBezTo>
                    <a:pt x="0" y="614553"/>
                    <a:pt x="614553" y="0"/>
                    <a:pt x="1372743" y="0"/>
                  </a:cubicBezTo>
                  <a:lnTo>
                    <a:pt x="6863334" y="0"/>
                  </a:lnTo>
                  <a:cubicBezTo>
                    <a:pt x="7621397" y="0"/>
                    <a:pt x="8236077" y="614553"/>
                    <a:pt x="8236077" y="1372743"/>
                  </a:cubicBezTo>
                  <a:lnTo>
                    <a:pt x="8236077" y="7503922"/>
                  </a:lnTo>
                  <a:cubicBezTo>
                    <a:pt x="8236077" y="8261985"/>
                    <a:pt x="7621524" y="8876665"/>
                    <a:pt x="6863334" y="8876665"/>
                  </a:cubicBezTo>
                  <a:lnTo>
                    <a:pt x="1372743" y="8876665"/>
                  </a:lnTo>
                  <a:cubicBezTo>
                    <a:pt x="614553" y="8876665"/>
                    <a:pt x="0" y="8261985"/>
                    <a:pt x="0" y="750392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20603" y="3850915"/>
            <a:ext cx="2127647" cy="521618"/>
            <a:chOff x="0" y="0"/>
            <a:chExt cx="2836862" cy="695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6926" cy="695579"/>
            </a:xfrm>
            <a:custGeom>
              <a:avLst/>
              <a:gdLst/>
              <a:ahLst/>
              <a:cxnLst/>
              <a:rect r="r" b="b" t="t" l="l"/>
              <a:pathLst>
                <a:path h="695579" w="2836926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720975" y="0"/>
                  </a:lnTo>
                  <a:cubicBezTo>
                    <a:pt x="2784983" y="0"/>
                    <a:pt x="2836926" y="51943"/>
                    <a:pt x="2836926" y="115951"/>
                  </a:cubicBezTo>
                  <a:lnTo>
                    <a:pt x="2836926" y="579628"/>
                  </a:lnTo>
                  <a:cubicBezTo>
                    <a:pt x="2836926" y="643636"/>
                    <a:pt x="2784983" y="695579"/>
                    <a:pt x="272097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81593" y="3850915"/>
            <a:ext cx="1647206" cy="521618"/>
            <a:chOff x="0" y="0"/>
            <a:chExt cx="2196274" cy="695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6338" cy="695579"/>
            </a:xfrm>
            <a:custGeom>
              <a:avLst/>
              <a:gdLst/>
              <a:ahLst/>
              <a:cxnLst/>
              <a:rect r="r" b="b" t="t" l="l"/>
              <a:pathLst>
                <a:path h="695579" w="2196338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080387" y="0"/>
                  </a:lnTo>
                  <a:cubicBezTo>
                    <a:pt x="2144395" y="0"/>
                    <a:pt x="2196338" y="51943"/>
                    <a:pt x="2196338" y="115951"/>
                  </a:cubicBezTo>
                  <a:lnTo>
                    <a:pt x="2196338" y="579628"/>
                  </a:lnTo>
                  <a:cubicBezTo>
                    <a:pt x="2196338" y="643636"/>
                    <a:pt x="2144395" y="695579"/>
                    <a:pt x="2080387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7321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11068" y="4610086"/>
            <a:ext cx="3752736" cy="1626290"/>
            <a:chOff x="0" y="0"/>
            <a:chExt cx="5003648" cy="21683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3755"/>
              <a:ext cx="4978146" cy="2140836"/>
            </a:xfrm>
            <a:custGeom>
              <a:avLst/>
              <a:gdLst/>
              <a:ahLst/>
              <a:cxnLst/>
              <a:rect r="r" b="b" t="t" l="l"/>
              <a:pathLst>
                <a:path h="2140836" w="4978146">
                  <a:moveTo>
                    <a:pt x="0" y="356806"/>
                  </a:moveTo>
                  <a:cubicBezTo>
                    <a:pt x="0" y="159696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59696"/>
                    <a:pt x="4978146" y="356806"/>
                  </a:cubicBezTo>
                  <a:lnTo>
                    <a:pt x="4978146" y="1784030"/>
                  </a:lnTo>
                  <a:cubicBezTo>
                    <a:pt x="4978146" y="1981140"/>
                    <a:pt x="4829556" y="2140836"/>
                    <a:pt x="4646168" y="2140836"/>
                  </a:cubicBezTo>
                  <a:lnTo>
                    <a:pt x="331978" y="2140836"/>
                  </a:lnTo>
                  <a:cubicBezTo>
                    <a:pt x="148590" y="2140836"/>
                    <a:pt x="0" y="1981140"/>
                    <a:pt x="0" y="17840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03546" cy="2168346"/>
            </a:xfrm>
            <a:custGeom>
              <a:avLst/>
              <a:gdLst/>
              <a:ahLst/>
              <a:cxnLst/>
              <a:rect r="r" b="b" t="t" l="l"/>
              <a:pathLst>
                <a:path h="2168346" w="5003546">
                  <a:moveTo>
                    <a:pt x="0" y="370561"/>
                  </a:moveTo>
                  <a:cubicBezTo>
                    <a:pt x="0" y="165748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3755"/>
                  </a:lnTo>
                  <a:lnTo>
                    <a:pt x="4658868" y="0"/>
                  </a:lnTo>
                  <a:cubicBezTo>
                    <a:pt x="4849114" y="0"/>
                    <a:pt x="5003546" y="165748"/>
                    <a:pt x="5003546" y="370561"/>
                  </a:cubicBezTo>
                  <a:lnTo>
                    <a:pt x="4990846" y="370561"/>
                  </a:lnTo>
                  <a:lnTo>
                    <a:pt x="5003546" y="370561"/>
                  </a:lnTo>
                  <a:lnTo>
                    <a:pt x="5003546" y="1797785"/>
                  </a:lnTo>
                  <a:lnTo>
                    <a:pt x="4990846" y="1797785"/>
                  </a:lnTo>
                  <a:lnTo>
                    <a:pt x="5003546" y="1797785"/>
                  </a:lnTo>
                  <a:cubicBezTo>
                    <a:pt x="5003546" y="2002597"/>
                    <a:pt x="4849114" y="2168346"/>
                    <a:pt x="4658868" y="2168346"/>
                  </a:cubicBezTo>
                  <a:lnTo>
                    <a:pt x="4658868" y="2154591"/>
                  </a:lnTo>
                  <a:lnTo>
                    <a:pt x="4658868" y="2168346"/>
                  </a:lnTo>
                  <a:lnTo>
                    <a:pt x="344678" y="2168346"/>
                  </a:lnTo>
                  <a:lnTo>
                    <a:pt x="344678" y="2154591"/>
                  </a:lnTo>
                  <a:lnTo>
                    <a:pt x="344678" y="2168346"/>
                  </a:lnTo>
                  <a:cubicBezTo>
                    <a:pt x="154432" y="2168346"/>
                    <a:pt x="0" y="2002597"/>
                    <a:pt x="0" y="1797785"/>
                  </a:cubicBezTo>
                  <a:lnTo>
                    <a:pt x="0" y="370561"/>
                  </a:lnTo>
                  <a:lnTo>
                    <a:pt x="12700" y="370561"/>
                  </a:lnTo>
                  <a:lnTo>
                    <a:pt x="0" y="370561"/>
                  </a:lnTo>
                  <a:moveTo>
                    <a:pt x="25400" y="370561"/>
                  </a:moveTo>
                  <a:lnTo>
                    <a:pt x="25400" y="1797785"/>
                  </a:lnTo>
                  <a:lnTo>
                    <a:pt x="12700" y="1797785"/>
                  </a:lnTo>
                  <a:lnTo>
                    <a:pt x="25400" y="1797785"/>
                  </a:lnTo>
                  <a:cubicBezTo>
                    <a:pt x="25400" y="1987192"/>
                    <a:pt x="168275" y="2140836"/>
                    <a:pt x="344678" y="2140836"/>
                  </a:cubicBezTo>
                  <a:lnTo>
                    <a:pt x="4658868" y="2140836"/>
                  </a:lnTo>
                  <a:cubicBezTo>
                    <a:pt x="4835271" y="2140836"/>
                    <a:pt x="4978146" y="1987192"/>
                    <a:pt x="4978146" y="1797785"/>
                  </a:cubicBezTo>
                  <a:lnTo>
                    <a:pt x="4978146" y="370561"/>
                  </a:lnTo>
                  <a:cubicBezTo>
                    <a:pt x="4978273" y="181154"/>
                    <a:pt x="4835398" y="27510"/>
                    <a:pt x="4658995" y="27510"/>
                  </a:cubicBezTo>
                  <a:lnTo>
                    <a:pt x="344678" y="27510"/>
                  </a:lnTo>
                  <a:lnTo>
                    <a:pt x="344678" y="13755"/>
                  </a:lnTo>
                  <a:lnTo>
                    <a:pt x="344678" y="27510"/>
                  </a:lnTo>
                  <a:cubicBezTo>
                    <a:pt x="168275" y="27510"/>
                    <a:pt x="25400" y="181154"/>
                    <a:pt x="25400" y="370561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429088" y="4610086"/>
            <a:ext cx="3752736" cy="1626290"/>
            <a:chOff x="0" y="0"/>
            <a:chExt cx="5003648" cy="21683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3755"/>
              <a:ext cx="4978146" cy="2140836"/>
            </a:xfrm>
            <a:custGeom>
              <a:avLst/>
              <a:gdLst/>
              <a:ahLst/>
              <a:cxnLst/>
              <a:rect r="r" b="b" t="t" l="l"/>
              <a:pathLst>
                <a:path h="2140836" w="4978146">
                  <a:moveTo>
                    <a:pt x="0" y="356806"/>
                  </a:moveTo>
                  <a:cubicBezTo>
                    <a:pt x="0" y="159696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59696"/>
                    <a:pt x="4978146" y="356806"/>
                  </a:cubicBezTo>
                  <a:lnTo>
                    <a:pt x="4978146" y="1784030"/>
                  </a:lnTo>
                  <a:cubicBezTo>
                    <a:pt x="4978146" y="1981140"/>
                    <a:pt x="4829556" y="2140836"/>
                    <a:pt x="4646168" y="2140836"/>
                  </a:cubicBezTo>
                  <a:lnTo>
                    <a:pt x="331978" y="2140836"/>
                  </a:lnTo>
                  <a:cubicBezTo>
                    <a:pt x="148590" y="2140836"/>
                    <a:pt x="0" y="1981140"/>
                    <a:pt x="0" y="17840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03546" cy="2168346"/>
            </a:xfrm>
            <a:custGeom>
              <a:avLst/>
              <a:gdLst/>
              <a:ahLst/>
              <a:cxnLst/>
              <a:rect r="r" b="b" t="t" l="l"/>
              <a:pathLst>
                <a:path h="2168346" w="5003546">
                  <a:moveTo>
                    <a:pt x="0" y="370561"/>
                  </a:moveTo>
                  <a:cubicBezTo>
                    <a:pt x="0" y="165748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3755"/>
                  </a:lnTo>
                  <a:lnTo>
                    <a:pt x="4658868" y="0"/>
                  </a:lnTo>
                  <a:cubicBezTo>
                    <a:pt x="4849114" y="0"/>
                    <a:pt x="5003546" y="165748"/>
                    <a:pt x="5003546" y="370561"/>
                  </a:cubicBezTo>
                  <a:lnTo>
                    <a:pt x="4990846" y="370561"/>
                  </a:lnTo>
                  <a:lnTo>
                    <a:pt x="5003546" y="370561"/>
                  </a:lnTo>
                  <a:lnTo>
                    <a:pt x="5003546" y="1797785"/>
                  </a:lnTo>
                  <a:lnTo>
                    <a:pt x="4990846" y="1797785"/>
                  </a:lnTo>
                  <a:lnTo>
                    <a:pt x="5003546" y="1797785"/>
                  </a:lnTo>
                  <a:cubicBezTo>
                    <a:pt x="5003546" y="2002597"/>
                    <a:pt x="4849114" y="2168346"/>
                    <a:pt x="4658868" y="2168346"/>
                  </a:cubicBezTo>
                  <a:lnTo>
                    <a:pt x="4658868" y="2154591"/>
                  </a:lnTo>
                  <a:lnTo>
                    <a:pt x="4658868" y="2168346"/>
                  </a:lnTo>
                  <a:lnTo>
                    <a:pt x="344678" y="2168346"/>
                  </a:lnTo>
                  <a:lnTo>
                    <a:pt x="344678" y="2154591"/>
                  </a:lnTo>
                  <a:lnTo>
                    <a:pt x="344678" y="2168346"/>
                  </a:lnTo>
                  <a:cubicBezTo>
                    <a:pt x="154432" y="2168346"/>
                    <a:pt x="0" y="2002597"/>
                    <a:pt x="0" y="1797785"/>
                  </a:cubicBezTo>
                  <a:lnTo>
                    <a:pt x="0" y="370561"/>
                  </a:lnTo>
                  <a:lnTo>
                    <a:pt x="12700" y="370561"/>
                  </a:lnTo>
                  <a:lnTo>
                    <a:pt x="0" y="370561"/>
                  </a:lnTo>
                  <a:moveTo>
                    <a:pt x="25400" y="370561"/>
                  </a:moveTo>
                  <a:lnTo>
                    <a:pt x="25400" y="1797785"/>
                  </a:lnTo>
                  <a:lnTo>
                    <a:pt x="12700" y="1797785"/>
                  </a:lnTo>
                  <a:lnTo>
                    <a:pt x="25400" y="1797785"/>
                  </a:lnTo>
                  <a:cubicBezTo>
                    <a:pt x="25400" y="1987192"/>
                    <a:pt x="168275" y="2140836"/>
                    <a:pt x="344678" y="2140836"/>
                  </a:cubicBezTo>
                  <a:lnTo>
                    <a:pt x="4658868" y="2140836"/>
                  </a:lnTo>
                  <a:cubicBezTo>
                    <a:pt x="4835271" y="2140836"/>
                    <a:pt x="4978146" y="1987192"/>
                    <a:pt x="4978146" y="1797785"/>
                  </a:cubicBezTo>
                  <a:lnTo>
                    <a:pt x="4978146" y="370561"/>
                  </a:lnTo>
                  <a:cubicBezTo>
                    <a:pt x="4978273" y="181154"/>
                    <a:pt x="4835398" y="27510"/>
                    <a:pt x="4658995" y="27510"/>
                  </a:cubicBezTo>
                  <a:lnTo>
                    <a:pt x="344678" y="27510"/>
                  </a:lnTo>
                  <a:lnTo>
                    <a:pt x="344678" y="13755"/>
                  </a:lnTo>
                  <a:lnTo>
                    <a:pt x="344678" y="27510"/>
                  </a:lnTo>
                  <a:cubicBezTo>
                    <a:pt x="168275" y="27510"/>
                    <a:pt x="25400" y="181154"/>
                    <a:pt x="25400" y="370561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388545" y="6474501"/>
            <a:ext cx="3752736" cy="2109521"/>
            <a:chOff x="0" y="0"/>
            <a:chExt cx="5003648" cy="28126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7842"/>
              <a:ext cx="4978146" cy="2776957"/>
            </a:xfrm>
            <a:custGeom>
              <a:avLst/>
              <a:gdLst/>
              <a:ahLst/>
              <a:cxnLst/>
              <a:rect r="r" b="b" t="t" l="l"/>
              <a:pathLst>
                <a:path h="2776957" w="4978146">
                  <a:moveTo>
                    <a:pt x="0" y="462826"/>
                  </a:moveTo>
                  <a:cubicBezTo>
                    <a:pt x="0" y="207148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207148"/>
                    <a:pt x="4978146" y="462826"/>
                  </a:cubicBezTo>
                  <a:lnTo>
                    <a:pt x="4978146" y="2314131"/>
                  </a:lnTo>
                  <a:cubicBezTo>
                    <a:pt x="4978146" y="2569809"/>
                    <a:pt x="4829556" y="2776957"/>
                    <a:pt x="4646168" y="2776957"/>
                  </a:cubicBezTo>
                  <a:lnTo>
                    <a:pt x="331978" y="2776957"/>
                  </a:lnTo>
                  <a:cubicBezTo>
                    <a:pt x="148590" y="2776957"/>
                    <a:pt x="0" y="2569809"/>
                    <a:pt x="0" y="23141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03546" cy="2812641"/>
            </a:xfrm>
            <a:custGeom>
              <a:avLst/>
              <a:gdLst/>
              <a:ahLst/>
              <a:cxnLst/>
              <a:rect r="r" b="b" t="t" l="l"/>
              <a:pathLst>
                <a:path h="2812641" w="5003546">
                  <a:moveTo>
                    <a:pt x="0" y="480668"/>
                  </a:moveTo>
                  <a:cubicBezTo>
                    <a:pt x="0" y="214998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7842"/>
                  </a:lnTo>
                  <a:lnTo>
                    <a:pt x="4658868" y="0"/>
                  </a:lnTo>
                  <a:cubicBezTo>
                    <a:pt x="4849114" y="0"/>
                    <a:pt x="5003546" y="214998"/>
                    <a:pt x="5003546" y="480668"/>
                  </a:cubicBezTo>
                  <a:lnTo>
                    <a:pt x="4990846" y="480668"/>
                  </a:lnTo>
                  <a:lnTo>
                    <a:pt x="5003546" y="480668"/>
                  </a:lnTo>
                  <a:lnTo>
                    <a:pt x="5003546" y="2331973"/>
                  </a:lnTo>
                  <a:lnTo>
                    <a:pt x="4990846" y="2331973"/>
                  </a:lnTo>
                  <a:lnTo>
                    <a:pt x="5003546" y="2331973"/>
                  </a:lnTo>
                  <a:cubicBezTo>
                    <a:pt x="5003546" y="2597643"/>
                    <a:pt x="4849114" y="2812641"/>
                    <a:pt x="4658868" y="2812641"/>
                  </a:cubicBezTo>
                  <a:lnTo>
                    <a:pt x="4658868" y="2794799"/>
                  </a:lnTo>
                  <a:lnTo>
                    <a:pt x="4658868" y="2812641"/>
                  </a:lnTo>
                  <a:lnTo>
                    <a:pt x="344678" y="2812641"/>
                  </a:lnTo>
                  <a:lnTo>
                    <a:pt x="344678" y="2794799"/>
                  </a:lnTo>
                  <a:lnTo>
                    <a:pt x="344678" y="2812641"/>
                  </a:lnTo>
                  <a:cubicBezTo>
                    <a:pt x="154432" y="2812641"/>
                    <a:pt x="0" y="2597643"/>
                    <a:pt x="0" y="2331973"/>
                  </a:cubicBezTo>
                  <a:lnTo>
                    <a:pt x="0" y="480668"/>
                  </a:lnTo>
                  <a:lnTo>
                    <a:pt x="12700" y="480668"/>
                  </a:lnTo>
                  <a:lnTo>
                    <a:pt x="0" y="480668"/>
                  </a:lnTo>
                  <a:moveTo>
                    <a:pt x="25400" y="480668"/>
                  </a:moveTo>
                  <a:lnTo>
                    <a:pt x="25400" y="2331973"/>
                  </a:lnTo>
                  <a:lnTo>
                    <a:pt x="12700" y="2331973"/>
                  </a:lnTo>
                  <a:lnTo>
                    <a:pt x="25400" y="2331973"/>
                  </a:lnTo>
                  <a:cubicBezTo>
                    <a:pt x="25400" y="2577660"/>
                    <a:pt x="168275" y="2776957"/>
                    <a:pt x="344678" y="2776957"/>
                  </a:cubicBezTo>
                  <a:lnTo>
                    <a:pt x="4658868" y="2776957"/>
                  </a:lnTo>
                  <a:cubicBezTo>
                    <a:pt x="4835271" y="2776957"/>
                    <a:pt x="4978146" y="2577660"/>
                    <a:pt x="4978146" y="2331973"/>
                  </a:cubicBezTo>
                  <a:lnTo>
                    <a:pt x="4978146" y="480668"/>
                  </a:lnTo>
                  <a:cubicBezTo>
                    <a:pt x="4978273" y="234982"/>
                    <a:pt x="4835398" y="35684"/>
                    <a:pt x="4658995" y="35684"/>
                  </a:cubicBezTo>
                  <a:lnTo>
                    <a:pt x="344678" y="35684"/>
                  </a:lnTo>
                  <a:lnTo>
                    <a:pt x="344678" y="17842"/>
                  </a:lnTo>
                  <a:lnTo>
                    <a:pt x="344678" y="35684"/>
                  </a:lnTo>
                  <a:cubicBezTo>
                    <a:pt x="168275" y="35684"/>
                    <a:pt x="25400" y="234982"/>
                    <a:pt x="25400" y="48066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506564" y="6474501"/>
            <a:ext cx="3752736" cy="2109521"/>
            <a:chOff x="0" y="0"/>
            <a:chExt cx="5003648" cy="28126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7842"/>
              <a:ext cx="4978146" cy="2776957"/>
            </a:xfrm>
            <a:custGeom>
              <a:avLst/>
              <a:gdLst/>
              <a:ahLst/>
              <a:cxnLst/>
              <a:rect r="r" b="b" t="t" l="l"/>
              <a:pathLst>
                <a:path h="2776957" w="4978146">
                  <a:moveTo>
                    <a:pt x="0" y="462826"/>
                  </a:moveTo>
                  <a:cubicBezTo>
                    <a:pt x="0" y="207148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207148"/>
                    <a:pt x="4978146" y="462826"/>
                  </a:cubicBezTo>
                  <a:lnTo>
                    <a:pt x="4978146" y="2314131"/>
                  </a:lnTo>
                  <a:cubicBezTo>
                    <a:pt x="4978146" y="2569809"/>
                    <a:pt x="4829556" y="2776957"/>
                    <a:pt x="4646168" y="2776957"/>
                  </a:cubicBezTo>
                  <a:lnTo>
                    <a:pt x="331978" y="2776957"/>
                  </a:lnTo>
                  <a:cubicBezTo>
                    <a:pt x="148590" y="2776957"/>
                    <a:pt x="0" y="2569809"/>
                    <a:pt x="0" y="23141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03546" cy="2812641"/>
            </a:xfrm>
            <a:custGeom>
              <a:avLst/>
              <a:gdLst/>
              <a:ahLst/>
              <a:cxnLst/>
              <a:rect r="r" b="b" t="t" l="l"/>
              <a:pathLst>
                <a:path h="2812641" w="5003546">
                  <a:moveTo>
                    <a:pt x="0" y="480668"/>
                  </a:moveTo>
                  <a:cubicBezTo>
                    <a:pt x="0" y="214998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7842"/>
                  </a:lnTo>
                  <a:lnTo>
                    <a:pt x="4658868" y="0"/>
                  </a:lnTo>
                  <a:cubicBezTo>
                    <a:pt x="4849114" y="0"/>
                    <a:pt x="5003546" y="214998"/>
                    <a:pt x="5003546" y="480668"/>
                  </a:cubicBezTo>
                  <a:lnTo>
                    <a:pt x="4990846" y="480668"/>
                  </a:lnTo>
                  <a:lnTo>
                    <a:pt x="5003546" y="480668"/>
                  </a:lnTo>
                  <a:lnTo>
                    <a:pt x="5003546" y="2331973"/>
                  </a:lnTo>
                  <a:lnTo>
                    <a:pt x="4990846" y="2331973"/>
                  </a:lnTo>
                  <a:lnTo>
                    <a:pt x="5003546" y="2331973"/>
                  </a:lnTo>
                  <a:cubicBezTo>
                    <a:pt x="5003546" y="2597643"/>
                    <a:pt x="4849114" y="2812641"/>
                    <a:pt x="4658868" y="2812641"/>
                  </a:cubicBezTo>
                  <a:lnTo>
                    <a:pt x="4658868" y="2794799"/>
                  </a:lnTo>
                  <a:lnTo>
                    <a:pt x="4658868" y="2812641"/>
                  </a:lnTo>
                  <a:lnTo>
                    <a:pt x="344678" y="2812641"/>
                  </a:lnTo>
                  <a:lnTo>
                    <a:pt x="344678" y="2794799"/>
                  </a:lnTo>
                  <a:lnTo>
                    <a:pt x="344678" y="2812641"/>
                  </a:lnTo>
                  <a:cubicBezTo>
                    <a:pt x="154432" y="2812641"/>
                    <a:pt x="0" y="2597643"/>
                    <a:pt x="0" y="2331973"/>
                  </a:cubicBezTo>
                  <a:lnTo>
                    <a:pt x="0" y="480668"/>
                  </a:lnTo>
                  <a:lnTo>
                    <a:pt x="12700" y="480668"/>
                  </a:lnTo>
                  <a:lnTo>
                    <a:pt x="0" y="480668"/>
                  </a:lnTo>
                  <a:moveTo>
                    <a:pt x="25400" y="480668"/>
                  </a:moveTo>
                  <a:lnTo>
                    <a:pt x="25400" y="2331973"/>
                  </a:lnTo>
                  <a:lnTo>
                    <a:pt x="12700" y="2331973"/>
                  </a:lnTo>
                  <a:lnTo>
                    <a:pt x="25400" y="2331973"/>
                  </a:lnTo>
                  <a:cubicBezTo>
                    <a:pt x="25400" y="2577660"/>
                    <a:pt x="168275" y="2776957"/>
                    <a:pt x="344678" y="2776957"/>
                  </a:cubicBezTo>
                  <a:lnTo>
                    <a:pt x="4658868" y="2776957"/>
                  </a:lnTo>
                  <a:cubicBezTo>
                    <a:pt x="4835271" y="2776957"/>
                    <a:pt x="4978146" y="2577660"/>
                    <a:pt x="4978146" y="2331973"/>
                  </a:cubicBezTo>
                  <a:lnTo>
                    <a:pt x="4978146" y="480668"/>
                  </a:lnTo>
                  <a:cubicBezTo>
                    <a:pt x="4978273" y="234982"/>
                    <a:pt x="4835398" y="35684"/>
                    <a:pt x="4658995" y="35684"/>
                  </a:cubicBezTo>
                  <a:lnTo>
                    <a:pt x="344678" y="35684"/>
                  </a:lnTo>
                  <a:lnTo>
                    <a:pt x="344678" y="17842"/>
                  </a:lnTo>
                  <a:lnTo>
                    <a:pt x="344678" y="35684"/>
                  </a:lnTo>
                  <a:cubicBezTo>
                    <a:pt x="168275" y="35684"/>
                    <a:pt x="25400" y="234982"/>
                    <a:pt x="25400" y="48066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03245" y="8946216"/>
            <a:ext cx="7851686" cy="754971"/>
            <a:chOff x="0" y="0"/>
            <a:chExt cx="10468915" cy="1006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68864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468864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10301098" y="0"/>
                  </a:lnTo>
                  <a:cubicBezTo>
                    <a:pt x="10393807" y="0"/>
                    <a:pt x="10468864" y="75057"/>
                    <a:pt x="10468864" y="167767"/>
                  </a:cubicBezTo>
                  <a:lnTo>
                    <a:pt x="10468864" y="838835"/>
                  </a:lnTo>
                  <a:cubicBezTo>
                    <a:pt x="10468864" y="931545"/>
                    <a:pt x="10393807" y="1006602"/>
                    <a:pt x="10301098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3401043" y="8226769"/>
            <a:ext cx="2035486" cy="1438894"/>
          </a:xfrm>
          <a:custGeom>
            <a:avLst/>
            <a:gdLst/>
            <a:ahLst/>
            <a:cxnLst/>
            <a:rect r="r" b="b" t="t" l="l"/>
            <a:pathLst>
              <a:path h="1438894" w="2035486">
                <a:moveTo>
                  <a:pt x="0" y="0"/>
                </a:moveTo>
                <a:lnTo>
                  <a:pt x="2035486" y="0"/>
                </a:lnTo>
                <a:lnTo>
                  <a:pt x="2035486" y="1438893"/>
                </a:lnTo>
                <a:lnTo>
                  <a:pt x="0" y="1438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033920" y="1296442"/>
            <a:ext cx="4210392" cy="6605127"/>
          </a:xfrm>
          <a:custGeom>
            <a:avLst/>
            <a:gdLst/>
            <a:ahLst/>
            <a:cxnLst/>
            <a:rect r="r" b="b" t="t" l="l"/>
            <a:pathLst>
              <a:path h="6605127" w="4210392">
                <a:moveTo>
                  <a:pt x="0" y="0"/>
                </a:moveTo>
                <a:lnTo>
                  <a:pt x="4210393" y="0"/>
                </a:lnTo>
                <a:lnTo>
                  <a:pt x="4210393" y="6605127"/>
                </a:lnTo>
                <a:lnTo>
                  <a:pt x="0" y="6605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5781" t="0" r="-123821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412043" y="1224129"/>
            <a:ext cx="7709983" cy="35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B76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CUIDADO CORPORAL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12043" y="1594747"/>
            <a:ext cx="7847257" cy="122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>
                <a:solidFill>
                  <a:srgbClr val="732135"/>
                </a:solidFill>
                <a:latin typeface="Georgia"/>
                <a:ea typeface="Georgia"/>
                <a:cs typeface="Georgia"/>
                <a:sym typeface="Georgia"/>
              </a:rPr>
              <a:t>Crema Anti-Stress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12043" y="2871335"/>
            <a:ext cx="775116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Fórmula relajante con magnesio y aceites esenciales para masaje localizado.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80671" y="3992723"/>
            <a:ext cx="1807493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150 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38191" y="3992723"/>
            <a:ext cx="73402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Bs.- 99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31670" y="4801157"/>
            <a:ext cx="119509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631670" y="5058332"/>
            <a:ext cx="308408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Emulsión corporal terapéutica. Diseñada para rápida absorción, aliviando fatiga neuromuscular y promoviendo una profunda relajación muscular.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49690" y="4801157"/>
            <a:ext cx="93761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BENEFICIO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749690" y="5058332"/>
            <a:ext cx="308408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Actúa</a:t>
            </a: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sobre las fibras musculares tensas, disminuyendo los niveles corporales de cortisol (hormona del estrés). Alivia contracturas de cuello, espalda y hombros.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09147" y="6626901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APLICACION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09147" y="6884076"/>
            <a:ext cx="3163064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Dosificar una cantidad generosa sobre la palma de las manos y aplicar con masaje firme y pausado en las zonas de mayor tensión (nuca, hombros, espalda, planta de los pies), hasta que la crema se absorba completamente.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827166" y="6626901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RECOMENDACION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827166" y="6884076"/>
            <a:ext cx="3084081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Utilícela idealmente después de una ducha tibia antes de acostarse; sus activos y aromas envolventes inducirán al sueño pacifico. En caso de migraña, masajear con un poco del producto a nivel de la cien.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897716" y="9085576"/>
            <a:ext cx="686216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Ideal para realizar aromaterapia, colocando un poco del producto</a:t>
            </a:r>
          </a:p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 la palma de las manos, frotar y respirar profundo.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5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38786" y="-8039"/>
            <a:ext cx="8763054" cy="10295039"/>
            <a:chOff x="0" y="0"/>
            <a:chExt cx="11684072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8412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1684122">
                  <a:moveTo>
                    <a:pt x="0" y="0"/>
                  </a:moveTo>
                  <a:lnTo>
                    <a:pt x="11684122" y="0"/>
                  </a:lnTo>
                  <a:lnTo>
                    <a:pt x="1168412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B7654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67536" y="1323823"/>
            <a:ext cx="6177029" cy="6657461"/>
            <a:chOff x="0" y="0"/>
            <a:chExt cx="8236039" cy="8876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077" cy="8876665"/>
            </a:xfrm>
            <a:custGeom>
              <a:avLst/>
              <a:gdLst/>
              <a:ahLst/>
              <a:cxnLst/>
              <a:rect r="r" b="b" t="t" l="l"/>
              <a:pathLst>
                <a:path h="8876665" w="8236077">
                  <a:moveTo>
                    <a:pt x="0" y="1372743"/>
                  </a:moveTo>
                  <a:cubicBezTo>
                    <a:pt x="0" y="614553"/>
                    <a:pt x="614553" y="0"/>
                    <a:pt x="1372743" y="0"/>
                  </a:cubicBezTo>
                  <a:lnTo>
                    <a:pt x="6863334" y="0"/>
                  </a:lnTo>
                  <a:cubicBezTo>
                    <a:pt x="7621397" y="0"/>
                    <a:pt x="8236077" y="614553"/>
                    <a:pt x="8236077" y="1372743"/>
                  </a:cubicBezTo>
                  <a:lnTo>
                    <a:pt x="8236077" y="7503922"/>
                  </a:lnTo>
                  <a:cubicBezTo>
                    <a:pt x="8236077" y="8261985"/>
                    <a:pt x="7621524" y="8876665"/>
                    <a:pt x="6863334" y="8876665"/>
                  </a:cubicBezTo>
                  <a:lnTo>
                    <a:pt x="1372743" y="8876665"/>
                  </a:lnTo>
                  <a:cubicBezTo>
                    <a:pt x="614553" y="8876665"/>
                    <a:pt x="0" y="8261985"/>
                    <a:pt x="0" y="750392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2014" y="3422885"/>
            <a:ext cx="2127647" cy="521618"/>
            <a:chOff x="0" y="0"/>
            <a:chExt cx="2836862" cy="695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6926" cy="695579"/>
            </a:xfrm>
            <a:custGeom>
              <a:avLst/>
              <a:gdLst/>
              <a:ahLst/>
              <a:cxnLst/>
              <a:rect r="r" b="b" t="t" l="l"/>
              <a:pathLst>
                <a:path h="695579" w="2836926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720975" y="0"/>
                  </a:lnTo>
                  <a:cubicBezTo>
                    <a:pt x="2784983" y="0"/>
                    <a:pt x="2836926" y="51943"/>
                    <a:pt x="2836926" y="115951"/>
                  </a:cubicBezTo>
                  <a:lnTo>
                    <a:pt x="2836926" y="579628"/>
                  </a:lnTo>
                  <a:cubicBezTo>
                    <a:pt x="2836926" y="643636"/>
                    <a:pt x="2784983" y="695579"/>
                    <a:pt x="272097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283014" y="3422885"/>
            <a:ext cx="1647206" cy="521618"/>
            <a:chOff x="0" y="0"/>
            <a:chExt cx="2196274" cy="695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6338" cy="695579"/>
            </a:xfrm>
            <a:custGeom>
              <a:avLst/>
              <a:gdLst/>
              <a:ahLst/>
              <a:cxnLst/>
              <a:rect r="r" b="b" t="t" l="l"/>
              <a:pathLst>
                <a:path h="695579" w="2196338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080387" y="0"/>
                  </a:lnTo>
                  <a:cubicBezTo>
                    <a:pt x="2144395" y="0"/>
                    <a:pt x="2196338" y="51943"/>
                    <a:pt x="2196338" y="115951"/>
                  </a:cubicBezTo>
                  <a:lnTo>
                    <a:pt x="2196338" y="579628"/>
                  </a:lnTo>
                  <a:cubicBezTo>
                    <a:pt x="2196338" y="643636"/>
                    <a:pt x="2144395" y="695579"/>
                    <a:pt x="2080387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7321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2489" y="4182056"/>
            <a:ext cx="3752736" cy="2527696"/>
            <a:chOff x="0" y="0"/>
            <a:chExt cx="5003648" cy="33702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21379"/>
              <a:ext cx="4978146" cy="3327439"/>
            </a:xfrm>
            <a:custGeom>
              <a:avLst/>
              <a:gdLst/>
              <a:ahLst/>
              <a:cxnLst/>
              <a:rect r="r" b="b" t="t" l="l"/>
              <a:pathLst>
                <a:path h="3327439" w="4978146">
                  <a:moveTo>
                    <a:pt x="0" y="554573"/>
                  </a:moveTo>
                  <a:cubicBezTo>
                    <a:pt x="0" y="248211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248211"/>
                    <a:pt x="4978146" y="554573"/>
                  </a:cubicBezTo>
                  <a:lnTo>
                    <a:pt x="4978146" y="2772866"/>
                  </a:lnTo>
                  <a:cubicBezTo>
                    <a:pt x="4978146" y="3079229"/>
                    <a:pt x="4829556" y="3327439"/>
                    <a:pt x="4646168" y="3327439"/>
                  </a:cubicBezTo>
                  <a:lnTo>
                    <a:pt x="331978" y="3327439"/>
                  </a:lnTo>
                  <a:cubicBezTo>
                    <a:pt x="148590" y="3327439"/>
                    <a:pt x="0" y="3079229"/>
                    <a:pt x="0" y="277286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03546" cy="3370198"/>
            </a:xfrm>
            <a:custGeom>
              <a:avLst/>
              <a:gdLst/>
              <a:ahLst/>
              <a:cxnLst/>
              <a:rect r="r" b="b" t="t" l="l"/>
              <a:pathLst>
                <a:path h="3370198" w="5003546">
                  <a:moveTo>
                    <a:pt x="0" y="575952"/>
                  </a:moveTo>
                  <a:cubicBezTo>
                    <a:pt x="0" y="257618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21379"/>
                  </a:lnTo>
                  <a:lnTo>
                    <a:pt x="4658868" y="0"/>
                  </a:lnTo>
                  <a:cubicBezTo>
                    <a:pt x="4849114" y="0"/>
                    <a:pt x="5003546" y="257618"/>
                    <a:pt x="5003546" y="575952"/>
                  </a:cubicBezTo>
                  <a:lnTo>
                    <a:pt x="4990846" y="575952"/>
                  </a:lnTo>
                  <a:lnTo>
                    <a:pt x="5003546" y="575952"/>
                  </a:lnTo>
                  <a:lnTo>
                    <a:pt x="5003546" y="2794245"/>
                  </a:lnTo>
                  <a:lnTo>
                    <a:pt x="4990846" y="2794245"/>
                  </a:lnTo>
                  <a:lnTo>
                    <a:pt x="5003546" y="2794245"/>
                  </a:lnTo>
                  <a:cubicBezTo>
                    <a:pt x="5003546" y="3112580"/>
                    <a:pt x="4849114" y="3370198"/>
                    <a:pt x="4658868" y="3370198"/>
                  </a:cubicBezTo>
                  <a:lnTo>
                    <a:pt x="4658868" y="3348818"/>
                  </a:lnTo>
                  <a:lnTo>
                    <a:pt x="4658868" y="3370198"/>
                  </a:lnTo>
                  <a:lnTo>
                    <a:pt x="344678" y="3370198"/>
                  </a:lnTo>
                  <a:lnTo>
                    <a:pt x="344678" y="3348818"/>
                  </a:lnTo>
                  <a:lnTo>
                    <a:pt x="344678" y="3370198"/>
                  </a:lnTo>
                  <a:cubicBezTo>
                    <a:pt x="154432" y="3370198"/>
                    <a:pt x="0" y="3112580"/>
                    <a:pt x="0" y="2794245"/>
                  </a:cubicBezTo>
                  <a:lnTo>
                    <a:pt x="0" y="575952"/>
                  </a:lnTo>
                  <a:lnTo>
                    <a:pt x="12700" y="575952"/>
                  </a:lnTo>
                  <a:lnTo>
                    <a:pt x="0" y="575952"/>
                  </a:lnTo>
                  <a:moveTo>
                    <a:pt x="25400" y="575952"/>
                  </a:moveTo>
                  <a:lnTo>
                    <a:pt x="25400" y="2794245"/>
                  </a:lnTo>
                  <a:lnTo>
                    <a:pt x="12700" y="2794245"/>
                  </a:lnTo>
                  <a:lnTo>
                    <a:pt x="25400" y="2794245"/>
                  </a:lnTo>
                  <a:cubicBezTo>
                    <a:pt x="25400" y="3088635"/>
                    <a:pt x="168275" y="3327440"/>
                    <a:pt x="344678" y="3327440"/>
                  </a:cubicBezTo>
                  <a:lnTo>
                    <a:pt x="4658868" y="3327440"/>
                  </a:lnTo>
                  <a:cubicBezTo>
                    <a:pt x="4835271" y="3327440"/>
                    <a:pt x="4978146" y="3088635"/>
                    <a:pt x="4978146" y="2794245"/>
                  </a:cubicBezTo>
                  <a:lnTo>
                    <a:pt x="4978146" y="575952"/>
                  </a:lnTo>
                  <a:cubicBezTo>
                    <a:pt x="4978273" y="281562"/>
                    <a:pt x="4835398" y="42758"/>
                    <a:pt x="4658995" y="42758"/>
                  </a:cubicBezTo>
                  <a:lnTo>
                    <a:pt x="344678" y="42758"/>
                  </a:lnTo>
                  <a:lnTo>
                    <a:pt x="344678" y="21379"/>
                  </a:lnTo>
                  <a:lnTo>
                    <a:pt x="344678" y="42758"/>
                  </a:lnTo>
                  <a:cubicBezTo>
                    <a:pt x="168275" y="42758"/>
                    <a:pt x="25400" y="281562"/>
                    <a:pt x="25400" y="575952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030499" y="4182056"/>
            <a:ext cx="3752736" cy="2527696"/>
            <a:chOff x="0" y="0"/>
            <a:chExt cx="5003648" cy="33702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21379"/>
              <a:ext cx="4978146" cy="3327439"/>
            </a:xfrm>
            <a:custGeom>
              <a:avLst/>
              <a:gdLst/>
              <a:ahLst/>
              <a:cxnLst/>
              <a:rect r="r" b="b" t="t" l="l"/>
              <a:pathLst>
                <a:path h="3327439" w="4978146">
                  <a:moveTo>
                    <a:pt x="0" y="554573"/>
                  </a:moveTo>
                  <a:cubicBezTo>
                    <a:pt x="0" y="248211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248211"/>
                    <a:pt x="4978146" y="554573"/>
                  </a:cubicBezTo>
                  <a:lnTo>
                    <a:pt x="4978146" y="2772866"/>
                  </a:lnTo>
                  <a:cubicBezTo>
                    <a:pt x="4978146" y="3079229"/>
                    <a:pt x="4829556" y="3327439"/>
                    <a:pt x="4646168" y="3327439"/>
                  </a:cubicBezTo>
                  <a:lnTo>
                    <a:pt x="331978" y="3327439"/>
                  </a:lnTo>
                  <a:cubicBezTo>
                    <a:pt x="148590" y="3327439"/>
                    <a:pt x="0" y="3079229"/>
                    <a:pt x="0" y="277286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03546" cy="3370198"/>
            </a:xfrm>
            <a:custGeom>
              <a:avLst/>
              <a:gdLst/>
              <a:ahLst/>
              <a:cxnLst/>
              <a:rect r="r" b="b" t="t" l="l"/>
              <a:pathLst>
                <a:path h="3370198" w="5003546">
                  <a:moveTo>
                    <a:pt x="0" y="575952"/>
                  </a:moveTo>
                  <a:cubicBezTo>
                    <a:pt x="0" y="257618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21379"/>
                  </a:lnTo>
                  <a:lnTo>
                    <a:pt x="4658868" y="0"/>
                  </a:lnTo>
                  <a:cubicBezTo>
                    <a:pt x="4849114" y="0"/>
                    <a:pt x="5003546" y="257618"/>
                    <a:pt x="5003546" y="575952"/>
                  </a:cubicBezTo>
                  <a:lnTo>
                    <a:pt x="4990846" y="575952"/>
                  </a:lnTo>
                  <a:lnTo>
                    <a:pt x="5003546" y="575952"/>
                  </a:lnTo>
                  <a:lnTo>
                    <a:pt x="5003546" y="2794245"/>
                  </a:lnTo>
                  <a:lnTo>
                    <a:pt x="4990846" y="2794245"/>
                  </a:lnTo>
                  <a:lnTo>
                    <a:pt x="5003546" y="2794245"/>
                  </a:lnTo>
                  <a:cubicBezTo>
                    <a:pt x="5003546" y="3112580"/>
                    <a:pt x="4849114" y="3370198"/>
                    <a:pt x="4658868" y="3370198"/>
                  </a:cubicBezTo>
                  <a:lnTo>
                    <a:pt x="4658868" y="3348818"/>
                  </a:lnTo>
                  <a:lnTo>
                    <a:pt x="4658868" y="3370198"/>
                  </a:lnTo>
                  <a:lnTo>
                    <a:pt x="344678" y="3370198"/>
                  </a:lnTo>
                  <a:lnTo>
                    <a:pt x="344678" y="3348818"/>
                  </a:lnTo>
                  <a:lnTo>
                    <a:pt x="344678" y="3370198"/>
                  </a:lnTo>
                  <a:cubicBezTo>
                    <a:pt x="154432" y="3370198"/>
                    <a:pt x="0" y="3112580"/>
                    <a:pt x="0" y="2794245"/>
                  </a:cubicBezTo>
                  <a:lnTo>
                    <a:pt x="0" y="575952"/>
                  </a:lnTo>
                  <a:lnTo>
                    <a:pt x="12700" y="575952"/>
                  </a:lnTo>
                  <a:lnTo>
                    <a:pt x="0" y="575952"/>
                  </a:lnTo>
                  <a:moveTo>
                    <a:pt x="25400" y="575952"/>
                  </a:moveTo>
                  <a:lnTo>
                    <a:pt x="25400" y="2794245"/>
                  </a:lnTo>
                  <a:lnTo>
                    <a:pt x="12700" y="2794245"/>
                  </a:lnTo>
                  <a:lnTo>
                    <a:pt x="25400" y="2794245"/>
                  </a:lnTo>
                  <a:cubicBezTo>
                    <a:pt x="25400" y="3088635"/>
                    <a:pt x="168275" y="3327440"/>
                    <a:pt x="344678" y="3327440"/>
                  </a:cubicBezTo>
                  <a:lnTo>
                    <a:pt x="4658868" y="3327440"/>
                  </a:lnTo>
                  <a:cubicBezTo>
                    <a:pt x="4835271" y="3327440"/>
                    <a:pt x="4978146" y="3088635"/>
                    <a:pt x="4978146" y="2794245"/>
                  </a:cubicBezTo>
                  <a:lnTo>
                    <a:pt x="4978146" y="575952"/>
                  </a:lnTo>
                  <a:cubicBezTo>
                    <a:pt x="4978273" y="281562"/>
                    <a:pt x="4835398" y="42758"/>
                    <a:pt x="4658995" y="42758"/>
                  </a:cubicBezTo>
                  <a:lnTo>
                    <a:pt x="344678" y="42758"/>
                  </a:lnTo>
                  <a:lnTo>
                    <a:pt x="344678" y="21379"/>
                  </a:lnTo>
                  <a:lnTo>
                    <a:pt x="344678" y="42758"/>
                  </a:lnTo>
                  <a:cubicBezTo>
                    <a:pt x="168275" y="42758"/>
                    <a:pt x="25400" y="281562"/>
                    <a:pt x="25400" y="575952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3665" y="6915319"/>
            <a:ext cx="3752736" cy="1879414"/>
            <a:chOff x="0" y="0"/>
            <a:chExt cx="5003648" cy="25058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5896"/>
              <a:ext cx="4978146" cy="2474045"/>
            </a:xfrm>
            <a:custGeom>
              <a:avLst/>
              <a:gdLst/>
              <a:ahLst/>
              <a:cxnLst/>
              <a:rect r="r" b="b" t="t" l="l"/>
              <a:pathLst>
                <a:path h="2474045" w="4978146">
                  <a:moveTo>
                    <a:pt x="0" y="412341"/>
                  </a:moveTo>
                  <a:cubicBezTo>
                    <a:pt x="0" y="184552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84552"/>
                    <a:pt x="4978146" y="412341"/>
                  </a:cubicBezTo>
                  <a:lnTo>
                    <a:pt x="4978146" y="2061705"/>
                  </a:lnTo>
                  <a:cubicBezTo>
                    <a:pt x="4978146" y="2289494"/>
                    <a:pt x="4829556" y="2474045"/>
                    <a:pt x="4646168" y="2474045"/>
                  </a:cubicBezTo>
                  <a:lnTo>
                    <a:pt x="331978" y="2474045"/>
                  </a:lnTo>
                  <a:cubicBezTo>
                    <a:pt x="148590" y="2474045"/>
                    <a:pt x="0" y="2289494"/>
                    <a:pt x="0" y="206170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03546" cy="2505837"/>
            </a:xfrm>
            <a:custGeom>
              <a:avLst/>
              <a:gdLst/>
              <a:ahLst/>
              <a:cxnLst/>
              <a:rect r="r" b="b" t="t" l="l"/>
              <a:pathLst>
                <a:path h="2505837" w="5003546">
                  <a:moveTo>
                    <a:pt x="0" y="428237"/>
                  </a:moveTo>
                  <a:cubicBezTo>
                    <a:pt x="0" y="191546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5896"/>
                  </a:lnTo>
                  <a:lnTo>
                    <a:pt x="4658868" y="0"/>
                  </a:lnTo>
                  <a:cubicBezTo>
                    <a:pt x="4849114" y="0"/>
                    <a:pt x="5003546" y="191546"/>
                    <a:pt x="5003546" y="428237"/>
                  </a:cubicBezTo>
                  <a:lnTo>
                    <a:pt x="4990846" y="428237"/>
                  </a:lnTo>
                  <a:lnTo>
                    <a:pt x="5003546" y="428237"/>
                  </a:lnTo>
                  <a:lnTo>
                    <a:pt x="5003546" y="2077601"/>
                  </a:lnTo>
                  <a:lnTo>
                    <a:pt x="4990846" y="2077601"/>
                  </a:lnTo>
                  <a:lnTo>
                    <a:pt x="5003546" y="2077601"/>
                  </a:lnTo>
                  <a:cubicBezTo>
                    <a:pt x="5003546" y="2314291"/>
                    <a:pt x="4849114" y="2505837"/>
                    <a:pt x="4658868" y="2505837"/>
                  </a:cubicBezTo>
                  <a:lnTo>
                    <a:pt x="4658868" y="2489941"/>
                  </a:lnTo>
                  <a:lnTo>
                    <a:pt x="4658868" y="2505837"/>
                  </a:lnTo>
                  <a:lnTo>
                    <a:pt x="344678" y="2505837"/>
                  </a:lnTo>
                  <a:lnTo>
                    <a:pt x="344678" y="2489941"/>
                  </a:lnTo>
                  <a:lnTo>
                    <a:pt x="344678" y="2505837"/>
                  </a:lnTo>
                  <a:cubicBezTo>
                    <a:pt x="154432" y="2505837"/>
                    <a:pt x="0" y="2314291"/>
                    <a:pt x="0" y="2077601"/>
                  </a:cubicBezTo>
                  <a:lnTo>
                    <a:pt x="0" y="428237"/>
                  </a:lnTo>
                  <a:lnTo>
                    <a:pt x="12700" y="428237"/>
                  </a:lnTo>
                  <a:lnTo>
                    <a:pt x="0" y="428237"/>
                  </a:lnTo>
                  <a:moveTo>
                    <a:pt x="25400" y="428237"/>
                  </a:moveTo>
                  <a:lnTo>
                    <a:pt x="25400" y="2077601"/>
                  </a:lnTo>
                  <a:lnTo>
                    <a:pt x="12700" y="2077601"/>
                  </a:lnTo>
                  <a:lnTo>
                    <a:pt x="25400" y="2077601"/>
                  </a:lnTo>
                  <a:cubicBezTo>
                    <a:pt x="25400" y="2296488"/>
                    <a:pt x="168275" y="2474045"/>
                    <a:pt x="344678" y="2474045"/>
                  </a:cubicBezTo>
                  <a:lnTo>
                    <a:pt x="4658868" y="2474045"/>
                  </a:lnTo>
                  <a:cubicBezTo>
                    <a:pt x="4835271" y="2474045"/>
                    <a:pt x="4978146" y="2296488"/>
                    <a:pt x="4978146" y="2077601"/>
                  </a:cubicBezTo>
                  <a:lnTo>
                    <a:pt x="4978146" y="428237"/>
                  </a:lnTo>
                  <a:cubicBezTo>
                    <a:pt x="4978273" y="209350"/>
                    <a:pt x="4835398" y="31792"/>
                    <a:pt x="4658995" y="31792"/>
                  </a:cubicBezTo>
                  <a:lnTo>
                    <a:pt x="344678" y="31792"/>
                  </a:lnTo>
                  <a:lnTo>
                    <a:pt x="344678" y="15896"/>
                  </a:lnTo>
                  <a:lnTo>
                    <a:pt x="344678" y="31792"/>
                  </a:lnTo>
                  <a:cubicBezTo>
                    <a:pt x="168275" y="31792"/>
                    <a:pt x="25400" y="209350"/>
                    <a:pt x="25400" y="428237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071675" y="6915319"/>
            <a:ext cx="3752736" cy="1879414"/>
            <a:chOff x="0" y="0"/>
            <a:chExt cx="5003648" cy="250588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5896"/>
              <a:ext cx="4978146" cy="2474045"/>
            </a:xfrm>
            <a:custGeom>
              <a:avLst/>
              <a:gdLst/>
              <a:ahLst/>
              <a:cxnLst/>
              <a:rect r="r" b="b" t="t" l="l"/>
              <a:pathLst>
                <a:path h="2474045" w="4978146">
                  <a:moveTo>
                    <a:pt x="0" y="412341"/>
                  </a:moveTo>
                  <a:cubicBezTo>
                    <a:pt x="0" y="184552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84552"/>
                    <a:pt x="4978146" y="412341"/>
                  </a:cubicBezTo>
                  <a:lnTo>
                    <a:pt x="4978146" y="2061705"/>
                  </a:lnTo>
                  <a:cubicBezTo>
                    <a:pt x="4978146" y="2289494"/>
                    <a:pt x="4829556" y="2474045"/>
                    <a:pt x="4646168" y="2474045"/>
                  </a:cubicBezTo>
                  <a:lnTo>
                    <a:pt x="331978" y="2474045"/>
                  </a:lnTo>
                  <a:cubicBezTo>
                    <a:pt x="148590" y="2474045"/>
                    <a:pt x="0" y="2289494"/>
                    <a:pt x="0" y="206170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03546" cy="2505837"/>
            </a:xfrm>
            <a:custGeom>
              <a:avLst/>
              <a:gdLst/>
              <a:ahLst/>
              <a:cxnLst/>
              <a:rect r="r" b="b" t="t" l="l"/>
              <a:pathLst>
                <a:path h="2505837" w="5003546">
                  <a:moveTo>
                    <a:pt x="0" y="428237"/>
                  </a:moveTo>
                  <a:cubicBezTo>
                    <a:pt x="0" y="191546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5896"/>
                  </a:lnTo>
                  <a:lnTo>
                    <a:pt x="4658868" y="0"/>
                  </a:lnTo>
                  <a:cubicBezTo>
                    <a:pt x="4849114" y="0"/>
                    <a:pt x="5003546" y="191546"/>
                    <a:pt x="5003546" y="428237"/>
                  </a:cubicBezTo>
                  <a:lnTo>
                    <a:pt x="4990846" y="428237"/>
                  </a:lnTo>
                  <a:lnTo>
                    <a:pt x="5003546" y="428237"/>
                  </a:lnTo>
                  <a:lnTo>
                    <a:pt x="5003546" y="2077601"/>
                  </a:lnTo>
                  <a:lnTo>
                    <a:pt x="4990846" y="2077601"/>
                  </a:lnTo>
                  <a:lnTo>
                    <a:pt x="5003546" y="2077601"/>
                  </a:lnTo>
                  <a:cubicBezTo>
                    <a:pt x="5003546" y="2314291"/>
                    <a:pt x="4849114" y="2505837"/>
                    <a:pt x="4658868" y="2505837"/>
                  </a:cubicBezTo>
                  <a:lnTo>
                    <a:pt x="4658868" y="2489941"/>
                  </a:lnTo>
                  <a:lnTo>
                    <a:pt x="4658868" y="2505837"/>
                  </a:lnTo>
                  <a:lnTo>
                    <a:pt x="344678" y="2505837"/>
                  </a:lnTo>
                  <a:lnTo>
                    <a:pt x="344678" y="2489941"/>
                  </a:lnTo>
                  <a:lnTo>
                    <a:pt x="344678" y="2505837"/>
                  </a:lnTo>
                  <a:cubicBezTo>
                    <a:pt x="154432" y="2505837"/>
                    <a:pt x="0" y="2314291"/>
                    <a:pt x="0" y="2077601"/>
                  </a:cubicBezTo>
                  <a:lnTo>
                    <a:pt x="0" y="428237"/>
                  </a:lnTo>
                  <a:lnTo>
                    <a:pt x="12700" y="428237"/>
                  </a:lnTo>
                  <a:lnTo>
                    <a:pt x="0" y="428237"/>
                  </a:lnTo>
                  <a:moveTo>
                    <a:pt x="25400" y="428237"/>
                  </a:moveTo>
                  <a:lnTo>
                    <a:pt x="25400" y="2077601"/>
                  </a:lnTo>
                  <a:lnTo>
                    <a:pt x="12700" y="2077601"/>
                  </a:lnTo>
                  <a:lnTo>
                    <a:pt x="25400" y="2077601"/>
                  </a:lnTo>
                  <a:cubicBezTo>
                    <a:pt x="25400" y="2296488"/>
                    <a:pt x="168275" y="2474045"/>
                    <a:pt x="344678" y="2474045"/>
                  </a:cubicBezTo>
                  <a:lnTo>
                    <a:pt x="4658868" y="2474045"/>
                  </a:lnTo>
                  <a:cubicBezTo>
                    <a:pt x="4835271" y="2474045"/>
                    <a:pt x="4978146" y="2296488"/>
                    <a:pt x="4978146" y="2077601"/>
                  </a:cubicBezTo>
                  <a:lnTo>
                    <a:pt x="4978146" y="428237"/>
                  </a:lnTo>
                  <a:cubicBezTo>
                    <a:pt x="4978273" y="209350"/>
                    <a:pt x="4835398" y="31792"/>
                    <a:pt x="4658995" y="31792"/>
                  </a:cubicBezTo>
                  <a:lnTo>
                    <a:pt x="344678" y="31792"/>
                  </a:lnTo>
                  <a:lnTo>
                    <a:pt x="344678" y="15896"/>
                  </a:lnTo>
                  <a:lnTo>
                    <a:pt x="344678" y="31792"/>
                  </a:lnTo>
                  <a:cubicBezTo>
                    <a:pt x="168275" y="31792"/>
                    <a:pt x="25400" y="209350"/>
                    <a:pt x="25400" y="428237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8077" y="9017808"/>
            <a:ext cx="7851686" cy="754971"/>
            <a:chOff x="0" y="0"/>
            <a:chExt cx="10468915" cy="1006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68864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468864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10301098" y="0"/>
                  </a:lnTo>
                  <a:cubicBezTo>
                    <a:pt x="10393807" y="0"/>
                    <a:pt x="10468864" y="75057"/>
                    <a:pt x="10468864" y="167767"/>
                  </a:cubicBezTo>
                  <a:lnTo>
                    <a:pt x="10468864" y="838835"/>
                  </a:lnTo>
                  <a:cubicBezTo>
                    <a:pt x="10468864" y="931545"/>
                    <a:pt x="10393807" y="1006602"/>
                    <a:pt x="10301098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174574" y="8358769"/>
            <a:ext cx="1762952" cy="1440062"/>
            <a:chOff x="0" y="0"/>
            <a:chExt cx="2350603" cy="192008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213676" y="0"/>
              <a:ext cx="1955972" cy="1920082"/>
              <a:chOff x="0" y="0"/>
              <a:chExt cx="812800" cy="79788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797886"/>
              </a:xfrm>
              <a:custGeom>
                <a:avLst/>
                <a:gdLst/>
                <a:ahLst/>
                <a:cxnLst/>
                <a:rect r="r" b="b" t="t" l="l"/>
                <a:pathLst>
                  <a:path h="797886" w="812800">
                    <a:moveTo>
                      <a:pt x="406400" y="0"/>
                    </a:moveTo>
                    <a:cubicBezTo>
                      <a:pt x="181951" y="0"/>
                      <a:pt x="0" y="178613"/>
                      <a:pt x="0" y="398943"/>
                    </a:cubicBezTo>
                    <a:cubicBezTo>
                      <a:pt x="0" y="619273"/>
                      <a:pt x="181951" y="797886"/>
                      <a:pt x="406400" y="797886"/>
                    </a:cubicBezTo>
                    <a:cubicBezTo>
                      <a:pt x="630849" y="797886"/>
                      <a:pt x="812800" y="619273"/>
                      <a:pt x="812800" y="398943"/>
                    </a:cubicBezTo>
                    <a:cubicBezTo>
                      <a:pt x="812800" y="17861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BF5EA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74802"/>
                <a:ext cx="660400" cy="648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1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0" y="129215"/>
              <a:ext cx="2350603" cy="1661651"/>
            </a:xfrm>
            <a:custGeom>
              <a:avLst/>
              <a:gdLst/>
              <a:ahLst/>
              <a:cxnLst/>
              <a:rect r="r" b="b" t="t" l="l"/>
              <a:pathLst>
                <a:path h="1661651" w="2350603">
                  <a:moveTo>
                    <a:pt x="0" y="0"/>
                  </a:moveTo>
                  <a:lnTo>
                    <a:pt x="2350603" y="0"/>
                  </a:lnTo>
                  <a:lnTo>
                    <a:pt x="2350603" y="1661652"/>
                  </a:lnTo>
                  <a:lnTo>
                    <a:pt x="0" y="166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2385167" y="1567845"/>
            <a:ext cx="3378490" cy="5991318"/>
          </a:xfrm>
          <a:custGeom>
            <a:avLst/>
            <a:gdLst/>
            <a:ahLst/>
            <a:cxnLst/>
            <a:rect r="r" b="b" t="t" l="l"/>
            <a:pathLst>
              <a:path h="5991318" w="3378490">
                <a:moveTo>
                  <a:pt x="0" y="0"/>
                </a:moveTo>
                <a:lnTo>
                  <a:pt x="3378490" y="0"/>
                </a:lnTo>
                <a:lnTo>
                  <a:pt x="3378490" y="5991318"/>
                </a:lnTo>
                <a:lnTo>
                  <a:pt x="0" y="5991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5922" t="0" r="-137972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77154" y="1019175"/>
            <a:ext cx="7709983" cy="35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B76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ALIVIO CORPORAL RAPIDO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7154" y="1389793"/>
            <a:ext cx="7847257" cy="122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>
                <a:solidFill>
                  <a:srgbClr val="732135"/>
                </a:solidFill>
                <a:latin typeface="Georgia"/>
                <a:ea typeface="Georgia"/>
                <a:cs typeface="Georgia"/>
                <a:sym typeface="Georgia"/>
              </a:rPr>
              <a:t>Crema Vital-Flex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3454" y="2443305"/>
            <a:ext cx="775116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Crema para masaje en zonas de tensión con sensación de calor intenso.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2091" y="3564693"/>
            <a:ext cx="1807493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150 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739611" y="3564693"/>
            <a:ext cx="73402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Bs.- 99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3081" y="4340429"/>
            <a:ext cx="119509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3081" y="4598604"/>
            <a:ext cx="3084081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Emulsión corporal terapéutica de acción térmica, formulada con extractos puros de árnica y copaiba. Estimula la microcirculación local y prepara la estructura muscular para el esfuerzo físico.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351101" y="4340429"/>
            <a:ext cx="93761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BENEFICIO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51101" y="4598604"/>
            <a:ext cx="3084081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Ofrece una potente acción analgésica y antiinflamatoria natural que alivia de inmediato tensiones, rigidez y molestias articulares. Su efecto calor incrementa la flexibilidad, mejora la oxigenación celular en las fibras musculares y acelera la recuperación post-esfuerzo.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74258" y="7073691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APLICACION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74258" y="7331866"/>
            <a:ext cx="308408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Dosificar la cantidad necesaria sobre la palma de las manos y aplicar con un masaje vigoroso y circular en las áreas que requieran activación o alivio hasta que el producto se absorba.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392277" y="7073691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RECOMENDACION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392277" y="7331866"/>
            <a:ext cx="308408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Aliado estratégico indispensable para antes y después del ejercicio. Aplique de 15 a 20 minutos antes de entrenar para prevenir tirones y optimizar la elasticidad y disipar la fatiga en las articulaciones.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13339" y="9166208"/>
            <a:ext cx="694744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Altamente recomendado para deportistas y personas físicamente </a:t>
            </a:r>
          </a:p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activas en su dia a dia.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5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596703" cy="10295039"/>
            <a:chOff x="0" y="0"/>
            <a:chExt cx="11462271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6232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1462321">
                  <a:moveTo>
                    <a:pt x="0" y="0"/>
                  </a:moveTo>
                  <a:lnTo>
                    <a:pt x="11462321" y="0"/>
                  </a:lnTo>
                  <a:lnTo>
                    <a:pt x="1146232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556B2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09837" y="1281355"/>
            <a:ext cx="6177029" cy="6657461"/>
            <a:chOff x="0" y="0"/>
            <a:chExt cx="8236039" cy="8876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077" cy="8876665"/>
            </a:xfrm>
            <a:custGeom>
              <a:avLst/>
              <a:gdLst/>
              <a:ahLst/>
              <a:cxnLst/>
              <a:rect r="r" b="b" t="t" l="l"/>
              <a:pathLst>
                <a:path h="8876665" w="8236077">
                  <a:moveTo>
                    <a:pt x="0" y="1372743"/>
                  </a:moveTo>
                  <a:cubicBezTo>
                    <a:pt x="0" y="614553"/>
                    <a:pt x="614553" y="0"/>
                    <a:pt x="1372743" y="0"/>
                  </a:cubicBezTo>
                  <a:lnTo>
                    <a:pt x="6863334" y="0"/>
                  </a:lnTo>
                  <a:cubicBezTo>
                    <a:pt x="7621397" y="0"/>
                    <a:pt x="8236077" y="614553"/>
                    <a:pt x="8236077" y="1372743"/>
                  </a:cubicBezTo>
                  <a:lnTo>
                    <a:pt x="8236077" y="7503922"/>
                  </a:lnTo>
                  <a:cubicBezTo>
                    <a:pt x="8236077" y="8261985"/>
                    <a:pt x="7621524" y="8876665"/>
                    <a:pt x="6863334" y="8876665"/>
                  </a:cubicBezTo>
                  <a:lnTo>
                    <a:pt x="1372743" y="8876665"/>
                  </a:lnTo>
                  <a:cubicBezTo>
                    <a:pt x="614553" y="8876665"/>
                    <a:pt x="0" y="8261985"/>
                    <a:pt x="0" y="750392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30895" y="3355962"/>
            <a:ext cx="2127647" cy="521618"/>
            <a:chOff x="0" y="0"/>
            <a:chExt cx="2836862" cy="695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6926" cy="695579"/>
            </a:xfrm>
            <a:custGeom>
              <a:avLst/>
              <a:gdLst/>
              <a:ahLst/>
              <a:cxnLst/>
              <a:rect r="r" b="b" t="t" l="l"/>
              <a:pathLst>
                <a:path h="695579" w="2836926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720975" y="0"/>
                  </a:lnTo>
                  <a:cubicBezTo>
                    <a:pt x="2784983" y="0"/>
                    <a:pt x="2836926" y="51943"/>
                    <a:pt x="2836926" y="115951"/>
                  </a:cubicBezTo>
                  <a:lnTo>
                    <a:pt x="2836926" y="579628"/>
                  </a:lnTo>
                  <a:cubicBezTo>
                    <a:pt x="2836926" y="643636"/>
                    <a:pt x="2784983" y="695579"/>
                    <a:pt x="272097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91895" y="3355962"/>
            <a:ext cx="1647206" cy="521618"/>
            <a:chOff x="0" y="0"/>
            <a:chExt cx="2196274" cy="695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6338" cy="695579"/>
            </a:xfrm>
            <a:custGeom>
              <a:avLst/>
              <a:gdLst/>
              <a:ahLst/>
              <a:cxnLst/>
              <a:rect r="r" b="b" t="t" l="l"/>
              <a:pathLst>
                <a:path h="695579" w="2196338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080387" y="0"/>
                  </a:lnTo>
                  <a:cubicBezTo>
                    <a:pt x="2144395" y="0"/>
                    <a:pt x="2196338" y="51943"/>
                    <a:pt x="2196338" y="115951"/>
                  </a:cubicBezTo>
                  <a:lnTo>
                    <a:pt x="2196338" y="579628"/>
                  </a:lnTo>
                  <a:cubicBezTo>
                    <a:pt x="2196338" y="643636"/>
                    <a:pt x="2144395" y="695579"/>
                    <a:pt x="2080387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7321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21370" y="4115134"/>
            <a:ext cx="3752736" cy="1992297"/>
            <a:chOff x="0" y="0"/>
            <a:chExt cx="5003648" cy="26563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6851"/>
              <a:ext cx="4978146" cy="2622644"/>
            </a:xfrm>
            <a:custGeom>
              <a:avLst/>
              <a:gdLst/>
              <a:ahLst/>
              <a:cxnLst/>
              <a:rect r="r" b="b" t="t" l="l"/>
              <a:pathLst>
                <a:path h="2622644" w="4978146">
                  <a:moveTo>
                    <a:pt x="0" y="437107"/>
                  </a:moveTo>
                  <a:cubicBezTo>
                    <a:pt x="0" y="195636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95636"/>
                    <a:pt x="4978146" y="437107"/>
                  </a:cubicBezTo>
                  <a:lnTo>
                    <a:pt x="4978146" y="2185536"/>
                  </a:lnTo>
                  <a:cubicBezTo>
                    <a:pt x="4978146" y="2427007"/>
                    <a:pt x="4829556" y="2622643"/>
                    <a:pt x="4646168" y="2622643"/>
                  </a:cubicBezTo>
                  <a:lnTo>
                    <a:pt x="331978" y="2622643"/>
                  </a:lnTo>
                  <a:cubicBezTo>
                    <a:pt x="148590" y="2622643"/>
                    <a:pt x="0" y="2427007"/>
                    <a:pt x="0" y="21855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03546" cy="2656345"/>
            </a:xfrm>
            <a:custGeom>
              <a:avLst/>
              <a:gdLst/>
              <a:ahLst/>
              <a:cxnLst/>
              <a:rect r="r" b="b" t="t" l="l"/>
              <a:pathLst>
                <a:path h="2656345" w="5003546">
                  <a:moveTo>
                    <a:pt x="0" y="453958"/>
                  </a:moveTo>
                  <a:cubicBezTo>
                    <a:pt x="0" y="203051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6851"/>
                  </a:lnTo>
                  <a:lnTo>
                    <a:pt x="4658868" y="0"/>
                  </a:lnTo>
                  <a:cubicBezTo>
                    <a:pt x="4849114" y="0"/>
                    <a:pt x="5003546" y="203051"/>
                    <a:pt x="5003546" y="453958"/>
                  </a:cubicBezTo>
                  <a:lnTo>
                    <a:pt x="4990846" y="453958"/>
                  </a:lnTo>
                  <a:lnTo>
                    <a:pt x="5003546" y="453958"/>
                  </a:lnTo>
                  <a:lnTo>
                    <a:pt x="5003546" y="2202387"/>
                  </a:lnTo>
                  <a:lnTo>
                    <a:pt x="4990846" y="2202387"/>
                  </a:lnTo>
                  <a:lnTo>
                    <a:pt x="5003546" y="2202387"/>
                  </a:lnTo>
                  <a:cubicBezTo>
                    <a:pt x="5003546" y="2453294"/>
                    <a:pt x="4849114" y="2656345"/>
                    <a:pt x="4658868" y="2656345"/>
                  </a:cubicBezTo>
                  <a:lnTo>
                    <a:pt x="4658868" y="2639494"/>
                  </a:lnTo>
                  <a:lnTo>
                    <a:pt x="4658868" y="2656345"/>
                  </a:lnTo>
                  <a:lnTo>
                    <a:pt x="344678" y="2656345"/>
                  </a:lnTo>
                  <a:lnTo>
                    <a:pt x="344678" y="2639494"/>
                  </a:lnTo>
                  <a:lnTo>
                    <a:pt x="344678" y="2656345"/>
                  </a:lnTo>
                  <a:cubicBezTo>
                    <a:pt x="154432" y="2656345"/>
                    <a:pt x="0" y="2453294"/>
                    <a:pt x="0" y="2202387"/>
                  </a:cubicBezTo>
                  <a:lnTo>
                    <a:pt x="0" y="453958"/>
                  </a:lnTo>
                  <a:lnTo>
                    <a:pt x="12700" y="453958"/>
                  </a:lnTo>
                  <a:lnTo>
                    <a:pt x="0" y="453958"/>
                  </a:lnTo>
                  <a:moveTo>
                    <a:pt x="25400" y="453958"/>
                  </a:moveTo>
                  <a:lnTo>
                    <a:pt x="25400" y="2202387"/>
                  </a:lnTo>
                  <a:lnTo>
                    <a:pt x="12700" y="2202387"/>
                  </a:lnTo>
                  <a:lnTo>
                    <a:pt x="25400" y="2202387"/>
                  </a:lnTo>
                  <a:cubicBezTo>
                    <a:pt x="25400" y="2434421"/>
                    <a:pt x="168275" y="2622644"/>
                    <a:pt x="344678" y="2622644"/>
                  </a:cubicBezTo>
                  <a:lnTo>
                    <a:pt x="4658868" y="2622644"/>
                  </a:lnTo>
                  <a:cubicBezTo>
                    <a:pt x="4835271" y="2622644"/>
                    <a:pt x="4978146" y="2434421"/>
                    <a:pt x="4978146" y="2202387"/>
                  </a:cubicBezTo>
                  <a:lnTo>
                    <a:pt x="4978146" y="453958"/>
                  </a:lnTo>
                  <a:cubicBezTo>
                    <a:pt x="4978273" y="221924"/>
                    <a:pt x="4835398" y="33701"/>
                    <a:pt x="4658995" y="33701"/>
                  </a:cubicBezTo>
                  <a:lnTo>
                    <a:pt x="344678" y="33701"/>
                  </a:lnTo>
                  <a:lnTo>
                    <a:pt x="344678" y="16851"/>
                  </a:lnTo>
                  <a:lnTo>
                    <a:pt x="344678" y="33701"/>
                  </a:lnTo>
                  <a:cubicBezTo>
                    <a:pt x="168275" y="33701"/>
                    <a:pt x="25400" y="221924"/>
                    <a:pt x="25400" y="45395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439380" y="4115134"/>
            <a:ext cx="3752736" cy="1992297"/>
            <a:chOff x="0" y="0"/>
            <a:chExt cx="5003648" cy="26563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6851"/>
              <a:ext cx="4978146" cy="2622644"/>
            </a:xfrm>
            <a:custGeom>
              <a:avLst/>
              <a:gdLst/>
              <a:ahLst/>
              <a:cxnLst/>
              <a:rect r="r" b="b" t="t" l="l"/>
              <a:pathLst>
                <a:path h="2622644" w="4978146">
                  <a:moveTo>
                    <a:pt x="0" y="437107"/>
                  </a:moveTo>
                  <a:cubicBezTo>
                    <a:pt x="0" y="195636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95636"/>
                    <a:pt x="4978146" y="437107"/>
                  </a:cubicBezTo>
                  <a:lnTo>
                    <a:pt x="4978146" y="2185536"/>
                  </a:lnTo>
                  <a:cubicBezTo>
                    <a:pt x="4978146" y="2427007"/>
                    <a:pt x="4829556" y="2622643"/>
                    <a:pt x="4646168" y="2622643"/>
                  </a:cubicBezTo>
                  <a:lnTo>
                    <a:pt x="331978" y="2622643"/>
                  </a:lnTo>
                  <a:cubicBezTo>
                    <a:pt x="148590" y="2622643"/>
                    <a:pt x="0" y="2427007"/>
                    <a:pt x="0" y="21855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03546" cy="2656345"/>
            </a:xfrm>
            <a:custGeom>
              <a:avLst/>
              <a:gdLst/>
              <a:ahLst/>
              <a:cxnLst/>
              <a:rect r="r" b="b" t="t" l="l"/>
              <a:pathLst>
                <a:path h="2656345" w="5003546">
                  <a:moveTo>
                    <a:pt x="0" y="453958"/>
                  </a:moveTo>
                  <a:cubicBezTo>
                    <a:pt x="0" y="203051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6851"/>
                  </a:lnTo>
                  <a:lnTo>
                    <a:pt x="4658868" y="0"/>
                  </a:lnTo>
                  <a:cubicBezTo>
                    <a:pt x="4849114" y="0"/>
                    <a:pt x="5003546" y="203051"/>
                    <a:pt x="5003546" y="453958"/>
                  </a:cubicBezTo>
                  <a:lnTo>
                    <a:pt x="4990846" y="453958"/>
                  </a:lnTo>
                  <a:lnTo>
                    <a:pt x="5003546" y="453958"/>
                  </a:lnTo>
                  <a:lnTo>
                    <a:pt x="5003546" y="2202387"/>
                  </a:lnTo>
                  <a:lnTo>
                    <a:pt x="4990846" y="2202387"/>
                  </a:lnTo>
                  <a:lnTo>
                    <a:pt x="5003546" y="2202387"/>
                  </a:lnTo>
                  <a:cubicBezTo>
                    <a:pt x="5003546" y="2453294"/>
                    <a:pt x="4849114" y="2656345"/>
                    <a:pt x="4658868" y="2656345"/>
                  </a:cubicBezTo>
                  <a:lnTo>
                    <a:pt x="4658868" y="2639494"/>
                  </a:lnTo>
                  <a:lnTo>
                    <a:pt x="4658868" y="2656345"/>
                  </a:lnTo>
                  <a:lnTo>
                    <a:pt x="344678" y="2656345"/>
                  </a:lnTo>
                  <a:lnTo>
                    <a:pt x="344678" y="2639494"/>
                  </a:lnTo>
                  <a:lnTo>
                    <a:pt x="344678" y="2656345"/>
                  </a:lnTo>
                  <a:cubicBezTo>
                    <a:pt x="154432" y="2656345"/>
                    <a:pt x="0" y="2453294"/>
                    <a:pt x="0" y="2202387"/>
                  </a:cubicBezTo>
                  <a:lnTo>
                    <a:pt x="0" y="453958"/>
                  </a:lnTo>
                  <a:lnTo>
                    <a:pt x="12700" y="453958"/>
                  </a:lnTo>
                  <a:lnTo>
                    <a:pt x="0" y="453958"/>
                  </a:lnTo>
                  <a:moveTo>
                    <a:pt x="25400" y="453958"/>
                  </a:moveTo>
                  <a:lnTo>
                    <a:pt x="25400" y="2202387"/>
                  </a:lnTo>
                  <a:lnTo>
                    <a:pt x="12700" y="2202387"/>
                  </a:lnTo>
                  <a:lnTo>
                    <a:pt x="25400" y="2202387"/>
                  </a:lnTo>
                  <a:cubicBezTo>
                    <a:pt x="25400" y="2434421"/>
                    <a:pt x="168275" y="2622644"/>
                    <a:pt x="344678" y="2622644"/>
                  </a:cubicBezTo>
                  <a:lnTo>
                    <a:pt x="4658868" y="2622644"/>
                  </a:lnTo>
                  <a:cubicBezTo>
                    <a:pt x="4835271" y="2622644"/>
                    <a:pt x="4978146" y="2434421"/>
                    <a:pt x="4978146" y="2202387"/>
                  </a:cubicBezTo>
                  <a:lnTo>
                    <a:pt x="4978146" y="453958"/>
                  </a:lnTo>
                  <a:cubicBezTo>
                    <a:pt x="4978273" y="221924"/>
                    <a:pt x="4835398" y="33701"/>
                    <a:pt x="4658995" y="33701"/>
                  </a:cubicBezTo>
                  <a:lnTo>
                    <a:pt x="344678" y="33701"/>
                  </a:lnTo>
                  <a:lnTo>
                    <a:pt x="344678" y="16851"/>
                  </a:lnTo>
                  <a:lnTo>
                    <a:pt x="344678" y="33701"/>
                  </a:lnTo>
                  <a:cubicBezTo>
                    <a:pt x="168275" y="33701"/>
                    <a:pt x="25400" y="221924"/>
                    <a:pt x="25400" y="45395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387783" y="6393180"/>
            <a:ext cx="3752736" cy="1819856"/>
            <a:chOff x="0" y="0"/>
            <a:chExt cx="5003648" cy="24264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5392"/>
              <a:ext cx="4978146" cy="2395644"/>
            </a:xfrm>
            <a:custGeom>
              <a:avLst/>
              <a:gdLst/>
              <a:ahLst/>
              <a:cxnLst/>
              <a:rect r="r" b="b" t="t" l="l"/>
              <a:pathLst>
                <a:path h="2395644" w="4978146">
                  <a:moveTo>
                    <a:pt x="0" y="399274"/>
                  </a:moveTo>
                  <a:cubicBezTo>
                    <a:pt x="0" y="178704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78704"/>
                    <a:pt x="4978146" y="399274"/>
                  </a:cubicBezTo>
                  <a:lnTo>
                    <a:pt x="4978146" y="1996370"/>
                  </a:lnTo>
                  <a:cubicBezTo>
                    <a:pt x="4978146" y="2216941"/>
                    <a:pt x="4829556" y="2395645"/>
                    <a:pt x="4646168" y="2395645"/>
                  </a:cubicBezTo>
                  <a:lnTo>
                    <a:pt x="331978" y="2395645"/>
                  </a:lnTo>
                  <a:cubicBezTo>
                    <a:pt x="148590" y="2395645"/>
                    <a:pt x="0" y="2216941"/>
                    <a:pt x="0" y="19963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03546" cy="2426429"/>
            </a:xfrm>
            <a:custGeom>
              <a:avLst/>
              <a:gdLst/>
              <a:ahLst/>
              <a:cxnLst/>
              <a:rect r="r" b="b" t="t" l="l"/>
              <a:pathLst>
                <a:path h="2426429" w="5003546">
                  <a:moveTo>
                    <a:pt x="0" y="414666"/>
                  </a:moveTo>
                  <a:cubicBezTo>
                    <a:pt x="0" y="185476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5392"/>
                  </a:lnTo>
                  <a:lnTo>
                    <a:pt x="4658868" y="0"/>
                  </a:lnTo>
                  <a:cubicBezTo>
                    <a:pt x="4849114" y="0"/>
                    <a:pt x="5003546" y="185476"/>
                    <a:pt x="5003546" y="414666"/>
                  </a:cubicBezTo>
                  <a:lnTo>
                    <a:pt x="4990846" y="414666"/>
                  </a:lnTo>
                  <a:lnTo>
                    <a:pt x="5003546" y="414666"/>
                  </a:lnTo>
                  <a:lnTo>
                    <a:pt x="5003546" y="2011762"/>
                  </a:lnTo>
                  <a:lnTo>
                    <a:pt x="4990846" y="2011762"/>
                  </a:lnTo>
                  <a:lnTo>
                    <a:pt x="5003546" y="2011762"/>
                  </a:lnTo>
                  <a:cubicBezTo>
                    <a:pt x="5003546" y="2240952"/>
                    <a:pt x="4849114" y="2426429"/>
                    <a:pt x="4658868" y="2426429"/>
                  </a:cubicBezTo>
                  <a:lnTo>
                    <a:pt x="4658868" y="2411037"/>
                  </a:lnTo>
                  <a:lnTo>
                    <a:pt x="4658868" y="2426429"/>
                  </a:lnTo>
                  <a:lnTo>
                    <a:pt x="344678" y="2426429"/>
                  </a:lnTo>
                  <a:lnTo>
                    <a:pt x="344678" y="2411037"/>
                  </a:lnTo>
                  <a:lnTo>
                    <a:pt x="344678" y="2426429"/>
                  </a:lnTo>
                  <a:cubicBezTo>
                    <a:pt x="154432" y="2426429"/>
                    <a:pt x="0" y="2240952"/>
                    <a:pt x="0" y="2011762"/>
                  </a:cubicBezTo>
                  <a:lnTo>
                    <a:pt x="0" y="414666"/>
                  </a:lnTo>
                  <a:lnTo>
                    <a:pt x="12700" y="414666"/>
                  </a:lnTo>
                  <a:lnTo>
                    <a:pt x="0" y="414666"/>
                  </a:lnTo>
                  <a:moveTo>
                    <a:pt x="25400" y="414666"/>
                  </a:moveTo>
                  <a:lnTo>
                    <a:pt x="25400" y="2011762"/>
                  </a:lnTo>
                  <a:lnTo>
                    <a:pt x="12700" y="2011762"/>
                  </a:lnTo>
                  <a:lnTo>
                    <a:pt x="25400" y="2011762"/>
                  </a:lnTo>
                  <a:cubicBezTo>
                    <a:pt x="25400" y="2223713"/>
                    <a:pt x="168275" y="2395644"/>
                    <a:pt x="344678" y="2395644"/>
                  </a:cubicBezTo>
                  <a:lnTo>
                    <a:pt x="4658868" y="2395644"/>
                  </a:lnTo>
                  <a:cubicBezTo>
                    <a:pt x="4835271" y="2395644"/>
                    <a:pt x="4978146" y="2223713"/>
                    <a:pt x="4978146" y="2011762"/>
                  </a:cubicBezTo>
                  <a:lnTo>
                    <a:pt x="4978146" y="414666"/>
                  </a:lnTo>
                  <a:cubicBezTo>
                    <a:pt x="4978273" y="202715"/>
                    <a:pt x="4835398" y="30784"/>
                    <a:pt x="4658995" y="30784"/>
                  </a:cubicBezTo>
                  <a:lnTo>
                    <a:pt x="344678" y="30784"/>
                  </a:lnTo>
                  <a:lnTo>
                    <a:pt x="344678" y="15392"/>
                  </a:lnTo>
                  <a:lnTo>
                    <a:pt x="344678" y="30784"/>
                  </a:lnTo>
                  <a:cubicBezTo>
                    <a:pt x="168275" y="30784"/>
                    <a:pt x="25400" y="202715"/>
                    <a:pt x="25400" y="414666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505793" y="6393180"/>
            <a:ext cx="3752736" cy="1819856"/>
            <a:chOff x="0" y="0"/>
            <a:chExt cx="5003648" cy="24264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5392"/>
              <a:ext cx="4978146" cy="2395644"/>
            </a:xfrm>
            <a:custGeom>
              <a:avLst/>
              <a:gdLst/>
              <a:ahLst/>
              <a:cxnLst/>
              <a:rect r="r" b="b" t="t" l="l"/>
              <a:pathLst>
                <a:path h="2395644" w="4978146">
                  <a:moveTo>
                    <a:pt x="0" y="399274"/>
                  </a:moveTo>
                  <a:cubicBezTo>
                    <a:pt x="0" y="178704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78704"/>
                    <a:pt x="4978146" y="399274"/>
                  </a:cubicBezTo>
                  <a:lnTo>
                    <a:pt x="4978146" y="1996370"/>
                  </a:lnTo>
                  <a:cubicBezTo>
                    <a:pt x="4978146" y="2216941"/>
                    <a:pt x="4829556" y="2395645"/>
                    <a:pt x="4646168" y="2395645"/>
                  </a:cubicBezTo>
                  <a:lnTo>
                    <a:pt x="331978" y="2395645"/>
                  </a:lnTo>
                  <a:cubicBezTo>
                    <a:pt x="148590" y="2395645"/>
                    <a:pt x="0" y="2216941"/>
                    <a:pt x="0" y="19963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03546" cy="2426429"/>
            </a:xfrm>
            <a:custGeom>
              <a:avLst/>
              <a:gdLst/>
              <a:ahLst/>
              <a:cxnLst/>
              <a:rect r="r" b="b" t="t" l="l"/>
              <a:pathLst>
                <a:path h="2426429" w="5003546">
                  <a:moveTo>
                    <a:pt x="0" y="414666"/>
                  </a:moveTo>
                  <a:cubicBezTo>
                    <a:pt x="0" y="185476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5392"/>
                  </a:lnTo>
                  <a:lnTo>
                    <a:pt x="4658868" y="0"/>
                  </a:lnTo>
                  <a:cubicBezTo>
                    <a:pt x="4849114" y="0"/>
                    <a:pt x="5003546" y="185476"/>
                    <a:pt x="5003546" y="414666"/>
                  </a:cubicBezTo>
                  <a:lnTo>
                    <a:pt x="4990846" y="414666"/>
                  </a:lnTo>
                  <a:lnTo>
                    <a:pt x="5003546" y="414666"/>
                  </a:lnTo>
                  <a:lnTo>
                    <a:pt x="5003546" y="2011762"/>
                  </a:lnTo>
                  <a:lnTo>
                    <a:pt x="4990846" y="2011762"/>
                  </a:lnTo>
                  <a:lnTo>
                    <a:pt x="5003546" y="2011762"/>
                  </a:lnTo>
                  <a:cubicBezTo>
                    <a:pt x="5003546" y="2240952"/>
                    <a:pt x="4849114" y="2426429"/>
                    <a:pt x="4658868" y="2426429"/>
                  </a:cubicBezTo>
                  <a:lnTo>
                    <a:pt x="4658868" y="2411037"/>
                  </a:lnTo>
                  <a:lnTo>
                    <a:pt x="4658868" y="2426429"/>
                  </a:lnTo>
                  <a:lnTo>
                    <a:pt x="344678" y="2426429"/>
                  </a:lnTo>
                  <a:lnTo>
                    <a:pt x="344678" y="2411037"/>
                  </a:lnTo>
                  <a:lnTo>
                    <a:pt x="344678" y="2426429"/>
                  </a:lnTo>
                  <a:cubicBezTo>
                    <a:pt x="154432" y="2426429"/>
                    <a:pt x="0" y="2240952"/>
                    <a:pt x="0" y="2011762"/>
                  </a:cubicBezTo>
                  <a:lnTo>
                    <a:pt x="0" y="414666"/>
                  </a:lnTo>
                  <a:lnTo>
                    <a:pt x="12700" y="414666"/>
                  </a:lnTo>
                  <a:lnTo>
                    <a:pt x="0" y="414666"/>
                  </a:lnTo>
                  <a:moveTo>
                    <a:pt x="25400" y="414666"/>
                  </a:moveTo>
                  <a:lnTo>
                    <a:pt x="25400" y="2011762"/>
                  </a:lnTo>
                  <a:lnTo>
                    <a:pt x="12700" y="2011762"/>
                  </a:lnTo>
                  <a:lnTo>
                    <a:pt x="25400" y="2011762"/>
                  </a:lnTo>
                  <a:cubicBezTo>
                    <a:pt x="25400" y="2223713"/>
                    <a:pt x="168275" y="2395644"/>
                    <a:pt x="344678" y="2395644"/>
                  </a:cubicBezTo>
                  <a:lnTo>
                    <a:pt x="4658868" y="2395644"/>
                  </a:lnTo>
                  <a:cubicBezTo>
                    <a:pt x="4835271" y="2395644"/>
                    <a:pt x="4978146" y="2223713"/>
                    <a:pt x="4978146" y="2011762"/>
                  </a:cubicBezTo>
                  <a:lnTo>
                    <a:pt x="4978146" y="414666"/>
                  </a:lnTo>
                  <a:cubicBezTo>
                    <a:pt x="4978273" y="202715"/>
                    <a:pt x="4835398" y="30784"/>
                    <a:pt x="4658995" y="30784"/>
                  </a:cubicBezTo>
                  <a:lnTo>
                    <a:pt x="344678" y="30784"/>
                  </a:lnTo>
                  <a:lnTo>
                    <a:pt x="344678" y="15392"/>
                  </a:lnTo>
                  <a:lnTo>
                    <a:pt x="344678" y="30784"/>
                  </a:lnTo>
                  <a:cubicBezTo>
                    <a:pt x="168275" y="30784"/>
                    <a:pt x="25400" y="202715"/>
                    <a:pt x="25400" y="414666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407614" y="8694525"/>
            <a:ext cx="7851686" cy="754971"/>
            <a:chOff x="0" y="0"/>
            <a:chExt cx="10468915" cy="1006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68864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468864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10301098" y="0"/>
                  </a:lnTo>
                  <a:cubicBezTo>
                    <a:pt x="10393807" y="0"/>
                    <a:pt x="10468864" y="75057"/>
                    <a:pt x="10468864" y="167767"/>
                  </a:cubicBezTo>
                  <a:lnTo>
                    <a:pt x="10468864" y="838835"/>
                  </a:lnTo>
                  <a:cubicBezTo>
                    <a:pt x="10468864" y="931545"/>
                    <a:pt x="10393807" y="1006602"/>
                    <a:pt x="10301098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359887" y="8232917"/>
            <a:ext cx="1762952" cy="1440062"/>
            <a:chOff x="0" y="0"/>
            <a:chExt cx="2350603" cy="192008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213676" y="0"/>
              <a:ext cx="1955972" cy="1920082"/>
              <a:chOff x="0" y="0"/>
              <a:chExt cx="812800" cy="79788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797886"/>
              </a:xfrm>
              <a:custGeom>
                <a:avLst/>
                <a:gdLst/>
                <a:ahLst/>
                <a:cxnLst/>
                <a:rect r="r" b="b" t="t" l="l"/>
                <a:pathLst>
                  <a:path h="797886" w="812800">
                    <a:moveTo>
                      <a:pt x="406400" y="0"/>
                    </a:moveTo>
                    <a:cubicBezTo>
                      <a:pt x="181951" y="0"/>
                      <a:pt x="0" y="178613"/>
                      <a:pt x="0" y="398943"/>
                    </a:cubicBezTo>
                    <a:cubicBezTo>
                      <a:pt x="0" y="619273"/>
                      <a:pt x="181951" y="797886"/>
                      <a:pt x="406400" y="797886"/>
                    </a:cubicBezTo>
                    <a:cubicBezTo>
                      <a:pt x="630849" y="797886"/>
                      <a:pt x="812800" y="619273"/>
                      <a:pt x="812800" y="398943"/>
                    </a:cubicBezTo>
                    <a:cubicBezTo>
                      <a:pt x="812800" y="17861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BF5EA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74802"/>
                <a:ext cx="660400" cy="648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1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0" y="129215"/>
              <a:ext cx="2350603" cy="1661651"/>
            </a:xfrm>
            <a:custGeom>
              <a:avLst/>
              <a:gdLst/>
              <a:ahLst/>
              <a:cxnLst/>
              <a:rect r="r" b="b" t="t" l="l"/>
              <a:pathLst>
                <a:path h="1661651" w="2350603">
                  <a:moveTo>
                    <a:pt x="0" y="0"/>
                  </a:moveTo>
                  <a:lnTo>
                    <a:pt x="2350603" y="0"/>
                  </a:lnTo>
                  <a:lnTo>
                    <a:pt x="2350603" y="1661652"/>
                  </a:lnTo>
                  <a:lnTo>
                    <a:pt x="0" y="166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833700" y="1657075"/>
            <a:ext cx="4667548" cy="5991318"/>
          </a:xfrm>
          <a:custGeom>
            <a:avLst/>
            <a:gdLst/>
            <a:ahLst/>
            <a:cxnLst/>
            <a:rect r="r" b="b" t="t" l="l"/>
            <a:pathLst>
              <a:path h="5991318" w="4667548">
                <a:moveTo>
                  <a:pt x="0" y="0"/>
                </a:moveTo>
                <a:lnTo>
                  <a:pt x="4667548" y="0"/>
                </a:lnTo>
                <a:lnTo>
                  <a:pt x="4667548" y="5991318"/>
                </a:lnTo>
                <a:lnTo>
                  <a:pt x="0" y="5991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9850" t="0" r="-88022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412043" y="1019175"/>
            <a:ext cx="770998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B76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HIDRATACION NUTRITIVA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12043" y="1389793"/>
            <a:ext cx="7847257" cy="122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>
                <a:solidFill>
                  <a:srgbClr val="732135"/>
                </a:solidFill>
                <a:latin typeface="Georgia"/>
                <a:ea typeface="Georgia"/>
                <a:cs typeface="Georgia"/>
                <a:sym typeface="Georgia"/>
              </a:rPr>
              <a:t>Crema Facial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22335" y="2376383"/>
            <a:ext cx="775116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Sábila</a:t>
            </a:r>
            <a:r>
              <a:rPr lang="en-US" sz="2251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, colágeno, pepino y vitaminas A, E y C para piel nutrida y flexible.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158082" y="3497771"/>
            <a:ext cx="47327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50 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53180" y="3497771"/>
            <a:ext cx="72464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Bs.- 39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41962" y="4277630"/>
            <a:ext cx="119509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41962" y="4535805"/>
            <a:ext cx="308408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Crema regeneradora formulada con colágeno soluble, acido láctico y extractos botánicos puros. Diseñada para fundirse suavemente con la piel, aportar hidratación profunda.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59982" y="4277630"/>
            <a:ext cx="93761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BENEFICIO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59982" y="4535805"/>
            <a:ext cx="3084081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Ofrece un potente efecto reafirmante y antioxidante que combate los signos del envejecimiento prematuro gracias a sus Vitaminas A, E y C. Reduce líneas de expresión y restaura la luminosidad natural.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08375" y="6555677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APLICACION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08375" y="6813852"/>
            <a:ext cx="308408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Aplicar una pequeña cantidad sobre la yema de los dedos y distribuir con movimientos ascendentes y suaves desde el centro hacia afuera en rostro, cuello y escote,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826395" y="6555677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RECOMENDACION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826395" y="6813852"/>
            <a:ext cx="308408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Incorporar en la rutina diaria, aplicando en las mañanas y noches. Debido a las propiedades del pepino y el aloe, desinflama y refresca dejando la piel tersa y protegida.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657720" y="8952948"/>
            <a:ext cx="731028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Ideal para pieles maduras, secas, opacas o con perdida de elasticidad.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5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66056" y="0"/>
            <a:ext cx="8621944" cy="10295039"/>
            <a:chOff x="0" y="0"/>
            <a:chExt cx="11495926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9597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1495977">
                  <a:moveTo>
                    <a:pt x="0" y="0"/>
                  </a:moveTo>
                  <a:lnTo>
                    <a:pt x="11495977" y="0"/>
                  </a:lnTo>
                  <a:lnTo>
                    <a:pt x="11495977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E0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57843" y="1304039"/>
            <a:ext cx="6177029" cy="6657461"/>
            <a:chOff x="0" y="0"/>
            <a:chExt cx="8236039" cy="8876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077" cy="8876665"/>
            </a:xfrm>
            <a:custGeom>
              <a:avLst/>
              <a:gdLst/>
              <a:ahLst/>
              <a:cxnLst/>
              <a:rect r="r" b="b" t="t" l="l"/>
              <a:pathLst>
                <a:path h="8876665" w="8236077">
                  <a:moveTo>
                    <a:pt x="0" y="1372743"/>
                  </a:moveTo>
                  <a:cubicBezTo>
                    <a:pt x="0" y="614553"/>
                    <a:pt x="614553" y="0"/>
                    <a:pt x="1372743" y="0"/>
                  </a:cubicBezTo>
                  <a:lnTo>
                    <a:pt x="6863334" y="0"/>
                  </a:lnTo>
                  <a:cubicBezTo>
                    <a:pt x="7621397" y="0"/>
                    <a:pt x="8236077" y="614553"/>
                    <a:pt x="8236077" y="1372743"/>
                  </a:cubicBezTo>
                  <a:lnTo>
                    <a:pt x="8236077" y="7503922"/>
                  </a:lnTo>
                  <a:cubicBezTo>
                    <a:pt x="8236077" y="8261985"/>
                    <a:pt x="7621524" y="8876665"/>
                    <a:pt x="6863334" y="8876665"/>
                  </a:cubicBezTo>
                  <a:lnTo>
                    <a:pt x="1372743" y="8876665"/>
                  </a:lnTo>
                  <a:cubicBezTo>
                    <a:pt x="614553" y="8876665"/>
                    <a:pt x="0" y="8261985"/>
                    <a:pt x="0" y="75039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38235" y="3480319"/>
            <a:ext cx="2127647" cy="521618"/>
            <a:chOff x="0" y="0"/>
            <a:chExt cx="2836862" cy="695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6926" cy="695579"/>
            </a:xfrm>
            <a:custGeom>
              <a:avLst/>
              <a:gdLst/>
              <a:ahLst/>
              <a:cxnLst/>
              <a:rect r="r" b="b" t="t" l="l"/>
              <a:pathLst>
                <a:path h="695579" w="2836926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720975" y="0"/>
                  </a:lnTo>
                  <a:cubicBezTo>
                    <a:pt x="2784983" y="0"/>
                    <a:pt x="2836926" y="51943"/>
                    <a:pt x="2836926" y="115951"/>
                  </a:cubicBezTo>
                  <a:lnTo>
                    <a:pt x="2836926" y="579628"/>
                  </a:lnTo>
                  <a:cubicBezTo>
                    <a:pt x="2836926" y="643636"/>
                    <a:pt x="2784983" y="695579"/>
                    <a:pt x="272097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399225" y="3480319"/>
            <a:ext cx="1647206" cy="521618"/>
            <a:chOff x="0" y="0"/>
            <a:chExt cx="2196274" cy="695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6338" cy="695579"/>
            </a:xfrm>
            <a:custGeom>
              <a:avLst/>
              <a:gdLst/>
              <a:ahLst/>
              <a:cxnLst/>
              <a:rect r="r" b="b" t="t" l="l"/>
              <a:pathLst>
                <a:path h="695579" w="2196338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080387" y="0"/>
                  </a:lnTo>
                  <a:cubicBezTo>
                    <a:pt x="2144395" y="0"/>
                    <a:pt x="2196338" y="51943"/>
                    <a:pt x="2196338" y="115951"/>
                  </a:cubicBezTo>
                  <a:lnTo>
                    <a:pt x="2196338" y="579628"/>
                  </a:lnTo>
                  <a:cubicBezTo>
                    <a:pt x="2196338" y="643636"/>
                    <a:pt x="2144395" y="695579"/>
                    <a:pt x="2080387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7321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4239491"/>
            <a:ext cx="3752736" cy="1716531"/>
            <a:chOff x="0" y="0"/>
            <a:chExt cx="5003648" cy="22887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4518"/>
              <a:ext cx="4978146" cy="2259628"/>
            </a:xfrm>
            <a:custGeom>
              <a:avLst/>
              <a:gdLst/>
              <a:ahLst/>
              <a:cxnLst/>
              <a:rect r="r" b="b" t="t" l="l"/>
              <a:pathLst>
                <a:path h="2259628" w="4978146">
                  <a:moveTo>
                    <a:pt x="0" y="376605"/>
                  </a:moveTo>
                  <a:cubicBezTo>
                    <a:pt x="0" y="168558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68558"/>
                    <a:pt x="4978146" y="376605"/>
                  </a:cubicBezTo>
                  <a:lnTo>
                    <a:pt x="4978146" y="1883024"/>
                  </a:lnTo>
                  <a:cubicBezTo>
                    <a:pt x="4978146" y="2091071"/>
                    <a:pt x="4829556" y="2259629"/>
                    <a:pt x="4646168" y="2259629"/>
                  </a:cubicBezTo>
                  <a:lnTo>
                    <a:pt x="331978" y="2259629"/>
                  </a:lnTo>
                  <a:cubicBezTo>
                    <a:pt x="148590" y="2259629"/>
                    <a:pt x="0" y="2091071"/>
                    <a:pt x="0" y="18830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03546" cy="2288665"/>
            </a:xfrm>
            <a:custGeom>
              <a:avLst/>
              <a:gdLst/>
              <a:ahLst/>
              <a:cxnLst/>
              <a:rect r="r" b="b" t="t" l="l"/>
              <a:pathLst>
                <a:path h="2288665" w="5003546">
                  <a:moveTo>
                    <a:pt x="0" y="391123"/>
                  </a:moveTo>
                  <a:cubicBezTo>
                    <a:pt x="0" y="174946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4518"/>
                  </a:lnTo>
                  <a:lnTo>
                    <a:pt x="4658868" y="0"/>
                  </a:lnTo>
                  <a:cubicBezTo>
                    <a:pt x="4849114" y="0"/>
                    <a:pt x="5003546" y="174946"/>
                    <a:pt x="5003546" y="391123"/>
                  </a:cubicBezTo>
                  <a:lnTo>
                    <a:pt x="4990846" y="391123"/>
                  </a:lnTo>
                  <a:lnTo>
                    <a:pt x="5003546" y="391123"/>
                  </a:lnTo>
                  <a:lnTo>
                    <a:pt x="5003546" y="1897542"/>
                  </a:lnTo>
                  <a:lnTo>
                    <a:pt x="4990846" y="1897542"/>
                  </a:lnTo>
                  <a:lnTo>
                    <a:pt x="5003546" y="1897542"/>
                  </a:lnTo>
                  <a:cubicBezTo>
                    <a:pt x="5003546" y="2113719"/>
                    <a:pt x="4849114" y="2288665"/>
                    <a:pt x="4658868" y="2288665"/>
                  </a:cubicBezTo>
                  <a:lnTo>
                    <a:pt x="4658868" y="2274147"/>
                  </a:lnTo>
                  <a:lnTo>
                    <a:pt x="4658868" y="2288665"/>
                  </a:lnTo>
                  <a:lnTo>
                    <a:pt x="344678" y="2288665"/>
                  </a:lnTo>
                  <a:lnTo>
                    <a:pt x="344678" y="2274147"/>
                  </a:lnTo>
                  <a:lnTo>
                    <a:pt x="344678" y="2288665"/>
                  </a:lnTo>
                  <a:cubicBezTo>
                    <a:pt x="154432" y="2288665"/>
                    <a:pt x="0" y="2113719"/>
                    <a:pt x="0" y="1897542"/>
                  </a:cubicBezTo>
                  <a:lnTo>
                    <a:pt x="0" y="391123"/>
                  </a:lnTo>
                  <a:lnTo>
                    <a:pt x="12700" y="391123"/>
                  </a:lnTo>
                  <a:lnTo>
                    <a:pt x="0" y="391123"/>
                  </a:lnTo>
                  <a:moveTo>
                    <a:pt x="25400" y="391123"/>
                  </a:moveTo>
                  <a:lnTo>
                    <a:pt x="25400" y="1897542"/>
                  </a:lnTo>
                  <a:lnTo>
                    <a:pt x="12700" y="1897542"/>
                  </a:lnTo>
                  <a:lnTo>
                    <a:pt x="25400" y="1897542"/>
                  </a:lnTo>
                  <a:cubicBezTo>
                    <a:pt x="25400" y="2097459"/>
                    <a:pt x="168275" y="2259628"/>
                    <a:pt x="344678" y="2259628"/>
                  </a:cubicBezTo>
                  <a:lnTo>
                    <a:pt x="4658868" y="2259628"/>
                  </a:lnTo>
                  <a:cubicBezTo>
                    <a:pt x="4835271" y="2259628"/>
                    <a:pt x="4978146" y="2097459"/>
                    <a:pt x="4978146" y="1897542"/>
                  </a:cubicBezTo>
                  <a:lnTo>
                    <a:pt x="4978146" y="391123"/>
                  </a:lnTo>
                  <a:cubicBezTo>
                    <a:pt x="4978273" y="191206"/>
                    <a:pt x="4835398" y="29037"/>
                    <a:pt x="4658995" y="29037"/>
                  </a:cubicBezTo>
                  <a:lnTo>
                    <a:pt x="344678" y="29037"/>
                  </a:lnTo>
                  <a:lnTo>
                    <a:pt x="344678" y="14518"/>
                  </a:lnTo>
                  <a:lnTo>
                    <a:pt x="344678" y="29037"/>
                  </a:lnTo>
                  <a:cubicBezTo>
                    <a:pt x="168275" y="29037"/>
                    <a:pt x="25400" y="191206"/>
                    <a:pt x="25400" y="391123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146719" y="4239491"/>
            <a:ext cx="3752736" cy="1716531"/>
            <a:chOff x="0" y="0"/>
            <a:chExt cx="5003648" cy="22887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4518"/>
              <a:ext cx="4978146" cy="2259628"/>
            </a:xfrm>
            <a:custGeom>
              <a:avLst/>
              <a:gdLst/>
              <a:ahLst/>
              <a:cxnLst/>
              <a:rect r="r" b="b" t="t" l="l"/>
              <a:pathLst>
                <a:path h="2259628" w="4978146">
                  <a:moveTo>
                    <a:pt x="0" y="376605"/>
                  </a:moveTo>
                  <a:cubicBezTo>
                    <a:pt x="0" y="168558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68558"/>
                    <a:pt x="4978146" y="376605"/>
                  </a:cubicBezTo>
                  <a:lnTo>
                    <a:pt x="4978146" y="1883024"/>
                  </a:lnTo>
                  <a:cubicBezTo>
                    <a:pt x="4978146" y="2091071"/>
                    <a:pt x="4829556" y="2259629"/>
                    <a:pt x="4646168" y="2259629"/>
                  </a:cubicBezTo>
                  <a:lnTo>
                    <a:pt x="331978" y="2259629"/>
                  </a:lnTo>
                  <a:cubicBezTo>
                    <a:pt x="148590" y="2259629"/>
                    <a:pt x="0" y="2091071"/>
                    <a:pt x="0" y="18830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03546" cy="2288665"/>
            </a:xfrm>
            <a:custGeom>
              <a:avLst/>
              <a:gdLst/>
              <a:ahLst/>
              <a:cxnLst/>
              <a:rect r="r" b="b" t="t" l="l"/>
              <a:pathLst>
                <a:path h="2288665" w="5003546">
                  <a:moveTo>
                    <a:pt x="0" y="391123"/>
                  </a:moveTo>
                  <a:cubicBezTo>
                    <a:pt x="0" y="174946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4518"/>
                  </a:lnTo>
                  <a:lnTo>
                    <a:pt x="4658868" y="0"/>
                  </a:lnTo>
                  <a:cubicBezTo>
                    <a:pt x="4849114" y="0"/>
                    <a:pt x="5003546" y="174946"/>
                    <a:pt x="5003546" y="391123"/>
                  </a:cubicBezTo>
                  <a:lnTo>
                    <a:pt x="4990846" y="391123"/>
                  </a:lnTo>
                  <a:lnTo>
                    <a:pt x="5003546" y="391123"/>
                  </a:lnTo>
                  <a:lnTo>
                    <a:pt x="5003546" y="1897542"/>
                  </a:lnTo>
                  <a:lnTo>
                    <a:pt x="4990846" y="1897542"/>
                  </a:lnTo>
                  <a:lnTo>
                    <a:pt x="5003546" y="1897542"/>
                  </a:lnTo>
                  <a:cubicBezTo>
                    <a:pt x="5003546" y="2113719"/>
                    <a:pt x="4849114" y="2288665"/>
                    <a:pt x="4658868" y="2288665"/>
                  </a:cubicBezTo>
                  <a:lnTo>
                    <a:pt x="4658868" y="2274147"/>
                  </a:lnTo>
                  <a:lnTo>
                    <a:pt x="4658868" y="2288665"/>
                  </a:lnTo>
                  <a:lnTo>
                    <a:pt x="344678" y="2288665"/>
                  </a:lnTo>
                  <a:lnTo>
                    <a:pt x="344678" y="2274147"/>
                  </a:lnTo>
                  <a:lnTo>
                    <a:pt x="344678" y="2288665"/>
                  </a:lnTo>
                  <a:cubicBezTo>
                    <a:pt x="154432" y="2288665"/>
                    <a:pt x="0" y="2113719"/>
                    <a:pt x="0" y="1897542"/>
                  </a:cubicBezTo>
                  <a:lnTo>
                    <a:pt x="0" y="391123"/>
                  </a:lnTo>
                  <a:lnTo>
                    <a:pt x="12700" y="391123"/>
                  </a:lnTo>
                  <a:lnTo>
                    <a:pt x="0" y="391123"/>
                  </a:lnTo>
                  <a:moveTo>
                    <a:pt x="25400" y="391123"/>
                  </a:moveTo>
                  <a:lnTo>
                    <a:pt x="25400" y="1897542"/>
                  </a:lnTo>
                  <a:lnTo>
                    <a:pt x="12700" y="1897542"/>
                  </a:lnTo>
                  <a:lnTo>
                    <a:pt x="25400" y="1897542"/>
                  </a:lnTo>
                  <a:cubicBezTo>
                    <a:pt x="25400" y="2097459"/>
                    <a:pt x="168275" y="2259628"/>
                    <a:pt x="344678" y="2259628"/>
                  </a:cubicBezTo>
                  <a:lnTo>
                    <a:pt x="4658868" y="2259628"/>
                  </a:lnTo>
                  <a:cubicBezTo>
                    <a:pt x="4835271" y="2259628"/>
                    <a:pt x="4978146" y="2097459"/>
                    <a:pt x="4978146" y="1897542"/>
                  </a:cubicBezTo>
                  <a:lnTo>
                    <a:pt x="4978146" y="391123"/>
                  </a:lnTo>
                  <a:cubicBezTo>
                    <a:pt x="4978273" y="191206"/>
                    <a:pt x="4835398" y="29037"/>
                    <a:pt x="4658995" y="29037"/>
                  </a:cubicBezTo>
                  <a:lnTo>
                    <a:pt x="344678" y="29037"/>
                  </a:lnTo>
                  <a:lnTo>
                    <a:pt x="344678" y="14518"/>
                  </a:lnTo>
                  <a:lnTo>
                    <a:pt x="344678" y="29037"/>
                  </a:lnTo>
                  <a:cubicBezTo>
                    <a:pt x="168275" y="29037"/>
                    <a:pt x="25400" y="191206"/>
                    <a:pt x="25400" y="391123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6274" y="6241772"/>
            <a:ext cx="3752736" cy="1883700"/>
            <a:chOff x="0" y="0"/>
            <a:chExt cx="5003648" cy="25115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5932"/>
              <a:ext cx="4978146" cy="2479687"/>
            </a:xfrm>
            <a:custGeom>
              <a:avLst/>
              <a:gdLst/>
              <a:ahLst/>
              <a:cxnLst/>
              <a:rect r="r" b="b" t="t" l="l"/>
              <a:pathLst>
                <a:path h="2479687" w="4978146">
                  <a:moveTo>
                    <a:pt x="0" y="413281"/>
                  </a:moveTo>
                  <a:cubicBezTo>
                    <a:pt x="0" y="184973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84973"/>
                    <a:pt x="4978146" y="413281"/>
                  </a:cubicBezTo>
                  <a:lnTo>
                    <a:pt x="4978146" y="2066406"/>
                  </a:lnTo>
                  <a:cubicBezTo>
                    <a:pt x="4978146" y="2294715"/>
                    <a:pt x="4829556" y="2479687"/>
                    <a:pt x="4646168" y="2479687"/>
                  </a:cubicBezTo>
                  <a:lnTo>
                    <a:pt x="331978" y="2479687"/>
                  </a:lnTo>
                  <a:cubicBezTo>
                    <a:pt x="148590" y="2479687"/>
                    <a:pt x="0" y="2294715"/>
                    <a:pt x="0" y="206640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03546" cy="2511552"/>
            </a:xfrm>
            <a:custGeom>
              <a:avLst/>
              <a:gdLst/>
              <a:ahLst/>
              <a:cxnLst/>
              <a:rect r="r" b="b" t="t" l="l"/>
              <a:pathLst>
                <a:path h="2511552" w="5003546">
                  <a:moveTo>
                    <a:pt x="0" y="429213"/>
                  </a:moveTo>
                  <a:cubicBezTo>
                    <a:pt x="0" y="191983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5932"/>
                  </a:lnTo>
                  <a:lnTo>
                    <a:pt x="4658868" y="0"/>
                  </a:lnTo>
                  <a:cubicBezTo>
                    <a:pt x="4849114" y="0"/>
                    <a:pt x="5003546" y="191983"/>
                    <a:pt x="5003546" y="429213"/>
                  </a:cubicBezTo>
                  <a:lnTo>
                    <a:pt x="4990846" y="429213"/>
                  </a:lnTo>
                  <a:lnTo>
                    <a:pt x="5003546" y="429213"/>
                  </a:lnTo>
                  <a:lnTo>
                    <a:pt x="5003546" y="2082338"/>
                  </a:lnTo>
                  <a:lnTo>
                    <a:pt x="4990846" y="2082338"/>
                  </a:lnTo>
                  <a:lnTo>
                    <a:pt x="5003546" y="2082338"/>
                  </a:lnTo>
                  <a:cubicBezTo>
                    <a:pt x="5003546" y="2319569"/>
                    <a:pt x="4849114" y="2511552"/>
                    <a:pt x="4658868" y="2511552"/>
                  </a:cubicBezTo>
                  <a:lnTo>
                    <a:pt x="4658868" y="2495619"/>
                  </a:lnTo>
                  <a:lnTo>
                    <a:pt x="4658868" y="2511552"/>
                  </a:lnTo>
                  <a:lnTo>
                    <a:pt x="344678" y="2511552"/>
                  </a:lnTo>
                  <a:lnTo>
                    <a:pt x="344678" y="2495619"/>
                  </a:lnTo>
                  <a:lnTo>
                    <a:pt x="344678" y="2511552"/>
                  </a:lnTo>
                  <a:cubicBezTo>
                    <a:pt x="154432" y="2511552"/>
                    <a:pt x="0" y="2319569"/>
                    <a:pt x="0" y="2082338"/>
                  </a:cubicBezTo>
                  <a:lnTo>
                    <a:pt x="0" y="429213"/>
                  </a:lnTo>
                  <a:lnTo>
                    <a:pt x="12700" y="429213"/>
                  </a:lnTo>
                  <a:lnTo>
                    <a:pt x="0" y="429213"/>
                  </a:lnTo>
                  <a:moveTo>
                    <a:pt x="25400" y="429213"/>
                  </a:moveTo>
                  <a:lnTo>
                    <a:pt x="25400" y="2082338"/>
                  </a:lnTo>
                  <a:lnTo>
                    <a:pt x="12700" y="2082338"/>
                  </a:lnTo>
                  <a:lnTo>
                    <a:pt x="25400" y="2082338"/>
                  </a:lnTo>
                  <a:cubicBezTo>
                    <a:pt x="25400" y="2301725"/>
                    <a:pt x="168275" y="2479687"/>
                    <a:pt x="344678" y="2479687"/>
                  </a:cubicBezTo>
                  <a:lnTo>
                    <a:pt x="4658868" y="2479687"/>
                  </a:lnTo>
                  <a:cubicBezTo>
                    <a:pt x="4835271" y="2479687"/>
                    <a:pt x="4978146" y="2301725"/>
                    <a:pt x="4978146" y="2082338"/>
                  </a:cubicBezTo>
                  <a:lnTo>
                    <a:pt x="4978146" y="429213"/>
                  </a:lnTo>
                  <a:cubicBezTo>
                    <a:pt x="4978273" y="209827"/>
                    <a:pt x="4835398" y="31864"/>
                    <a:pt x="4658995" y="31864"/>
                  </a:cubicBezTo>
                  <a:lnTo>
                    <a:pt x="344678" y="31864"/>
                  </a:lnTo>
                  <a:lnTo>
                    <a:pt x="344678" y="15932"/>
                  </a:lnTo>
                  <a:lnTo>
                    <a:pt x="344678" y="31864"/>
                  </a:lnTo>
                  <a:cubicBezTo>
                    <a:pt x="168275" y="31864"/>
                    <a:pt x="25400" y="209827"/>
                    <a:pt x="25400" y="429213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204293" y="6241772"/>
            <a:ext cx="3752736" cy="1883700"/>
            <a:chOff x="0" y="0"/>
            <a:chExt cx="5003648" cy="25115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5932"/>
              <a:ext cx="4978146" cy="2479687"/>
            </a:xfrm>
            <a:custGeom>
              <a:avLst/>
              <a:gdLst/>
              <a:ahLst/>
              <a:cxnLst/>
              <a:rect r="r" b="b" t="t" l="l"/>
              <a:pathLst>
                <a:path h="2479687" w="4978146">
                  <a:moveTo>
                    <a:pt x="0" y="413281"/>
                  </a:moveTo>
                  <a:cubicBezTo>
                    <a:pt x="0" y="184973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84973"/>
                    <a:pt x="4978146" y="413281"/>
                  </a:cubicBezTo>
                  <a:lnTo>
                    <a:pt x="4978146" y="2066406"/>
                  </a:lnTo>
                  <a:cubicBezTo>
                    <a:pt x="4978146" y="2294715"/>
                    <a:pt x="4829556" y="2479687"/>
                    <a:pt x="4646168" y="2479687"/>
                  </a:cubicBezTo>
                  <a:lnTo>
                    <a:pt x="331978" y="2479687"/>
                  </a:lnTo>
                  <a:cubicBezTo>
                    <a:pt x="148590" y="2479687"/>
                    <a:pt x="0" y="2294715"/>
                    <a:pt x="0" y="206640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03546" cy="2511552"/>
            </a:xfrm>
            <a:custGeom>
              <a:avLst/>
              <a:gdLst/>
              <a:ahLst/>
              <a:cxnLst/>
              <a:rect r="r" b="b" t="t" l="l"/>
              <a:pathLst>
                <a:path h="2511552" w="5003546">
                  <a:moveTo>
                    <a:pt x="0" y="429213"/>
                  </a:moveTo>
                  <a:cubicBezTo>
                    <a:pt x="0" y="191983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5932"/>
                  </a:lnTo>
                  <a:lnTo>
                    <a:pt x="4658868" y="0"/>
                  </a:lnTo>
                  <a:cubicBezTo>
                    <a:pt x="4849114" y="0"/>
                    <a:pt x="5003546" y="191983"/>
                    <a:pt x="5003546" y="429213"/>
                  </a:cubicBezTo>
                  <a:lnTo>
                    <a:pt x="4990846" y="429213"/>
                  </a:lnTo>
                  <a:lnTo>
                    <a:pt x="5003546" y="429213"/>
                  </a:lnTo>
                  <a:lnTo>
                    <a:pt x="5003546" y="2082338"/>
                  </a:lnTo>
                  <a:lnTo>
                    <a:pt x="4990846" y="2082338"/>
                  </a:lnTo>
                  <a:lnTo>
                    <a:pt x="5003546" y="2082338"/>
                  </a:lnTo>
                  <a:cubicBezTo>
                    <a:pt x="5003546" y="2319569"/>
                    <a:pt x="4849114" y="2511552"/>
                    <a:pt x="4658868" y="2511552"/>
                  </a:cubicBezTo>
                  <a:lnTo>
                    <a:pt x="4658868" y="2495619"/>
                  </a:lnTo>
                  <a:lnTo>
                    <a:pt x="4658868" y="2511552"/>
                  </a:lnTo>
                  <a:lnTo>
                    <a:pt x="344678" y="2511552"/>
                  </a:lnTo>
                  <a:lnTo>
                    <a:pt x="344678" y="2495619"/>
                  </a:lnTo>
                  <a:lnTo>
                    <a:pt x="344678" y="2511552"/>
                  </a:lnTo>
                  <a:cubicBezTo>
                    <a:pt x="154432" y="2511552"/>
                    <a:pt x="0" y="2319569"/>
                    <a:pt x="0" y="2082338"/>
                  </a:cubicBezTo>
                  <a:lnTo>
                    <a:pt x="0" y="429213"/>
                  </a:lnTo>
                  <a:lnTo>
                    <a:pt x="12700" y="429213"/>
                  </a:lnTo>
                  <a:lnTo>
                    <a:pt x="0" y="429213"/>
                  </a:lnTo>
                  <a:moveTo>
                    <a:pt x="25400" y="429213"/>
                  </a:moveTo>
                  <a:lnTo>
                    <a:pt x="25400" y="2082338"/>
                  </a:lnTo>
                  <a:lnTo>
                    <a:pt x="12700" y="2082338"/>
                  </a:lnTo>
                  <a:lnTo>
                    <a:pt x="25400" y="2082338"/>
                  </a:lnTo>
                  <a:cubicBezTo>
                    <a:pt x="25400" y="2301725"/>
                    <a:pt x="168275" y="2479687"/>
                    <a:pt x="344678" y="2479687"/>
                  </a:cubicBezTo>
                  <a:lnTo>
                    <a:pt x="4658868" y="2479687"/>
                  </a:lnTo>
                  <a:cubicBezTo>
                    <a:pt x="4835271" y="2479687"/>
                    <a:pt x="4978146" y="2301725"/>
                    <a:pt x="4978146" y="2082338"/>
                  </a:cubicBezTo>
                  <a:lnTo>
                    <a:pt x="4978146" y="429213"/>
                  </a:lnTo>
                  <a:cubicBezTo>
                    <a:pt x="4978273" y="209827"/>
                    <a:pt x="4835398" y="31864"/>
                    <a:pt x="4658995" y="31864"/>
                  </a:cubicBezTo>
                  <a:lnTo>
                    <a:pt x="344678" y="31864"/>
                  </a:lnTo>
                  <a:lnTo>
                    <a:pt x="344678" y="15932"/>
                  </a:lnTo>
                  <a:lnTo>
                    <a:pt x="344678" y="31864"/>
                  </a:lnTo>
                  <a:cubicBezTo>
                    <a:pt x="168275" y="31864"/>
                    <a:pt x="25400" y="209827"/>
                    <a:pt x="25400" y="429213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54901" y="8677010"/>
            <a:ext cx="7851686" cy="754971"/>
            <a:chOff x="0" y="0"/>
            <a:chExt cx="10468915" cy="1006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68864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468864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10301098" y="0"/>
                  </a:lnTo>
                  <a:cubicBezTo>
                    <a:pt x="10393807" y="0"/>
                    <a:pt x="10468864" y="75057"/>
                    <a:pt x="10468864" y="167767"/>
                  </a:cubicBezTo>
                  <a:lnTo>
                    <a:pt x="10468864" y="838835"/>
                  </a:lnTo>
                  <a:cubicBezTo>
                    <a:pt x="10468864" y="931545"/>
                    <a:pt x="10393807" y="1006602"/>
                    <a:pt x="10301098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3083901" y="8306354"/>
            <a:ext cx="2035486" cy="1438894"/>
          </a:xfrm>
          <a:custGeom>
            <a:avLst/>
            <a:gdLst/>
            <a:ahLst/>
            <a:cxnLst/>
            <a:rect r="r" b="b" t="t" l="l"/>
            <a:pathLst>
              <a:path h="1438894" w="2035486">
                <a:moveTo>
                  <a:pt x="0" y="0"/>
                </a:moveTo>
                <a:lnTo>
                  <a:pt x="2035486" y="0"/>
                </a:lnTo>
                <a:lnTo>
                  <a:pt x="2035486" y="1438894"/>
                </a:lnTo>
                <a:lnTo>
                  <a:pt x="0" y="14388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501107" y="1564217"/>
            <a:ext cx="2968643" cy="5991318"/>
          </a:xfrm>
          <a:custGeom>
            <a:avLst/>
            <a:gdLst/>
            <a:ahLst/>
            <a:cxnLst/>
            <a:rect r="r" b="b" t="t" l="l"/>
            <a:pathLst>
              <a:path h="5991318" w="2968643">
                <a:moveTo>
                  <a:pt x="0" y="0"/>
                </a:moveTo>
                <a:lnTo>
                  <a:pt x="2968643" y="0"/>
                </a:lnTo>
                <a:lnTo>
                  <a:pt x="2968643" y="5991318"/>
                </a:lnTo>
                <a:lnTo>
                  <a:pt x="0" y="5991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0681" t="0" r="-166213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29675" y="853534"/>
            <a:ext cx="7709983" cy="35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B76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CUIDADO CAPILAR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29675" y="1224152"/>
            <a:ext cx="7847257" cy="122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>
                <a:solidFill>
                  <a:srgbClr val="732135"/>
                </a:solidFill>
                <a:latin typeface="Georgia"/>
                <a:ea typeface="Georgia"/>
                <a:cs typeface="Georgia"/>
                <a:sym typeface="Georgia"/>
              </a:rPr>
              <a:t>Shampoo Anti-Stress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29675" y="2500740"/>
            <a:ext cx="775116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Refrescante y relajante, con aceites esenciales y extractos botánicos.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8302" y="3622128"/>
            <a:ext cx="1807493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160 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855822" y="3622128"/>
            <a:ext cx="73402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Bs.- 99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49302" y="4467862"/>
            <a:ext cx="119509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9302" y="4696462"/>
            <a:ext cx="308408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Tratamiento capilar libre de sal y parabenos, enriquecido con extractos de ortiga, romero, menta y lavanda.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467321" y="4467862"/>
            <a:ext cx="93761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BENEFICIO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467321" y="4696462"/>
            <a:ext cx="308408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Ofrece triple accion terapeutica: estimula la microcirculacion para frenar la caida del cabello, fortalece el foliculo piloso desde la raiz y regula el exceso de grasitud.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06876" y="6470143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APLICACION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06876" y="6698743"/>
            <a:ext cx="308408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Aplicar sobre el cuero cabelludo, masajear suavemente con las yemas de los dedos durante 2 a 3 minutos para activar los aceites botánicos. Enjuagar con abundante agua.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524895" y="6470143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RECOMENDACION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524895" y="6698743"/>
            <a:ext cx="308408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Utilizar diariamente o de 3 a 4 veces por semana. La liberación de sus aromas herbales y su efecto frio son perfectos para disipar el cansancio mental.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845742" y="8816370"/>
            <a:ext cx="647000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Producto unisex para una rutina que aporta frescura, alivia la </a:t>
            </a:r>
          </a:p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tensión </a:t>
            </a: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acumulada y devuelve el brillo natural.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5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596703" cy="10295039"/>
            <a:chOff x="0" y="0"/>
            <a:chExt cx="11462271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6232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1462321">
                  <a:moveTo>
                    <a:pt x="0" y="0"/>
                  </a:moveTo>
                  <a:lnTo>
                    <a:pt x="11462321" y="0"/>
                  </a:lnTo>
                  <a:lnTo>
                    <a:pt x="1146232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556B2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09837" y="1281355"/>
            <a:ext cx="6177029" cy="6657461"/>
            <a:chOff x="0" y="0"/>
            <a:chExt cx="8236039" cy="8876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077" cy="8876665"/>
            </a:xfrm>
            <a:custGeom>
              <a:avLst/>
              <a:gdLst/>
              <a:ahLst/>
              <a:cxnLst/>
              <a:rect r="r" b="b" t="t" l="l"/>
              <a:pathLst>
                <a:path h="8876665" w="8236077">
                  <a:moveTo>
                    <a:pt x="0" y="1372743"/>
                  </a:moveTo>
                  <a:cubicBezTo>
                    <a:pt x="0" y="614553"/>
                    <a:pt x="614553" y="0"/>
                    <a:pt x="1372743" y="0"/>
                  </a:cubicBezTo>
                  <a:lnTo>
                    <a:pt x="6863334" y="0"/>
                  </a:lnTo>
                  <a:cubicBezTo>
                    <a:pt x="7621397" y="0"/>
                    <a:pt x="8236077" y="614553"/>
                    <a:pt x="8236077" y="1372743"/>
                  </a:cubicBezTo>
                  <a:lnTo>
                    <a:pt x="8236077" y="7503922"/>
                  </a:lnTo>
                  <a:cubicBezTo>
                    <a:pt x="8236077" y="8261985"/>
                    <a:pt x="7621524" y="8876665"/>
                    <a:pt x="6863334" y="8876665"/>
                  </a:cubicBezTo>
                  <a:lnTo>
                    <a:pt x="1372743" y="8876665"/>
                  </a:lnTo>
                  <a:cubicBezTo>
                    <a:pt x="614553" y="8876665"/>
                    <a:pt x="0" y="8261985"/>
                    <a:pt x="0" y="750392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33629" y="3355962"/>
            <a:ext cx="2127647" cy="521618"/>
            <a:chOff x="0" y="0"/>
            <a:chExt cx="2836862" cy="695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6926" cy="695579"/>
            </a:xfrm>
            <a:custGeom>
              <a:avLst/>
              <a:gdLst/>
              <a:ahLst/>
              <a:cxnLst/>
              <a:rect r="r" b="b" t="t" l="l"/>
              <a:pathLst>
                <a:path h="695579" w="2836926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2720975" y="0"/>
                  </a:lnTo>
                  <a:cubicBezTo>
                    <a:pt x="2784983" y="0"/>
                    <a:pt x="2836926" y="51943"/>
                    <a:pt x="2836926" y="115951"/>
                  </a:cubicBezTo>
                  <a:lnTo>
                    <a:pt x="2836926" y="579628"/>
                  </a:lnTo>
                  <a:cubicBezTo>
                    <a:pt x="2836926" y="643636"/>
                    <a:pt x="2784983" y="695579"/>
                    <a:pt x="2720975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89851" y="3355962"/>
            <a:ext cx="1980838" cy="521618"/>
            <a:chOff x="0" y="0"/>
            <a:chExt cx="2641117" cy="695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41181" cy="695579"/>
            </a:xfrm>
            <a:custGeom>
              <a:avLst/>
              <a:gdLst/>
              <a:ahLst/>
              <a:cxnLst/>
              <a:rect r="r" b="b" t="t" l="l"/>
              <a:pathLst>
                <a:path h="695579" w="2641181">
                  <a:moveTo>
                    <a:pt x="0" y="115951"/>
                  </a:moveTo>
                  <a:cubicBezTo>
                    <a:pt x="0" y="51943"/>
                    <a:pt x="62464" y="0"/>
                    <a:pt x="139436" y="0"/>
                  </a:cubicBezTo>
                  <a:lnTo>
                    <a:pt x="2501758" y="0"/>
                  </a:lnTo>
                  <a:cubicBezTo>
                    <a:pt x="2578730" y="0"/>
                    <a:pt x="2641181" y="51943"/>
                    <a:pt x="2641181" y="115951"/>
                  </a:cubicBezTo>
                  <a:lnTo>
                    <a:pt x="2641181" y="579628"/>
                  </a:lnTo>
                  <a:cubicBezTo>
                    <a:pt x="2641181" y="643636"/>
                    <a:pt x="2578730" y="695579"/>
                    <a:pt x="2501758" y="695579"/>
                  </a:cubicBezTo>
                  <a:lnTo>
                    <a:pt x="139436" y="695579"/>
                  </a:lnTo>
                  <a:cubicBezTo>
                    <a:pt x="62464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7321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24104" y="4115134"/>
            <a:ext cx="3752736" cy="2186588"/>
            <a:chOff x="0" y="0"/>
            <a:chExt cx="5003648" cy="29154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8494"/>
              <a:ext cx="4978146" cy="2878407"/>
            </a:xfrm>
            <a:custGeom>
              <a:avLst/>
              <a:gdLst/>
              <a:ahLst/>
              <a:cxnLst/>
              <a:rect r="r" b="b" t="t" l="l"/>
              <a:pathLst>
                <a:path h="2878407" w="4978146">
                  <a:moveTo>
                    <a:pt x="0" y="479734"/>
                  </a:moveTo>
                  <a:cubicBezTo>
                    <a:pt x="0" y="214715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214715"/>
                    <a:pt x="4978146" y="479734"/>
                  </a:cubicBezTo>
                  <a:lnTo>
                    <a:pt x="4978146" y="2398672"/>
                  </a:lnTo>
                  <a:cubicBezTo>
                    <a:pt x="4978146" y="2663691"/>
                    <a:pt x="4829556" y="2878407"/>
                    <a:pt x="4646168" y="2878407"/>
                  </a:cubicBezTo>
                  <a:lnTo>
                    <a:pt x="331978" y="2878407"/>
                  </a:lnTo>
                  <a:cubicBezTo>
                    <a:pt x="148590" y="2878407"/>
                    <a:pt x="0" y="2663691"/>
                    <a:pt x="0" y="23986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03546" cy="2915395"/>
            </a:xfrm>
            <a:custGeom>
              <a:avLst/>
              <a:gdLst/>
              <a:ahLst/>
              <a:cxnLst/>
              <a:rect r="r" b="b" t="t" l="l"/>
              <a:pathLst>
                <a:path h="2915395" w="5003546">
                  <a:moveTo>
                    <a:pt x="0" y="498228"/>
                  </a:moveTo>
                  <a:cubicBezTo>
                    <a:pt x="0" y="222853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8494"/>
                  </a:lnTo>
                  <a:lnTo>
                    <a:pt x="4658868" y="0"/>
                  </a:lnTo>
                  <a:cubicBezTo>
                    <a:pt x="4849114" y="0"/>
                    <a:pt x="5003546" y="222853"/>
                    <a:pt x="5003546" y="498228"/>
                  </a:cubicBezTo>
                  <a:lnTo>
                    <a:pt x="4990846" y="498228"/>
                  </a:lnTo>
                  <a:lnTo>
                    <a:pt x="5003546" y="498228"/>
                  </a:lnTo>
                  <a:lnTo>
                    <a:pt x="5003546" y="2417166"/>
                  </a:lnTo>
                  <a:lnTo>
                    <a:pt x="4990846" y="2417166"/>
                  </a:lnTo>
                  <a:lnTo>
                    <a:pt x="5003546" y="2417166"/>
                  </a:lnTo>
                  <a:cubicBezTo>
                    <a:pt x="5003546" y="2692542"/>
                    <a:pt x="4849114" y="2915395"/>
                    <a:pt x="4658868" y="2915395"/>
                  </a:cubicBezTo>
                  <a:lnTo>
                    <a:pt x="4658868" y="2896901"/>
                  </a:lnTo>
                  <a:lnTo>
                    <a:pt x="4658868" y="2915395"/>
                  </a:lnTo>
                  <a:lnTo>
                    <a:pt x="344678" y="2915395"/>
                  </a:lnTo>
                  <a:lnTo>
                    <a:pt x="344678" y="2896901"/>
                  </a:lnTo>
                  <a:lnTo>
                    <a:pt x="344678" y="2915395"/>
                  </a:lnTo>
                  <a:cubicBezTo>
                    <a:pt x="154432" y="2915395"/>
                    <a:pt x="0" y="2692542"/>
                    <a:pt x="0" y="2417166"/>
                  </a:cubicBezTo>
                  <a:lnTo>
                    <a:pt x="0" y="498228"/>
                  </a:lnTo>
                  <a:lnTo>
                    <a:pt x="12700" y="498228"/>
                  </a:lnTo>
                  <a:lnTo>
                    <a:pt x="0" y="498228"/>
                  </a:lnTo>
                  <a:moveTo>
                    <a:pt x="25400" y="498228"/>
                  </a:moveTo>
                  <a:lnTo>
                    <a:pt x="25400" y="2417166"/>
                  </a:lnTo>
                  <a:lnTo>
                    <a:pt x="12700" y="2417166"/>
                  </a:lnTo>
                  <a:lnTo>
                    <a:pt x="25400" y="2417166"/>
                  </a:lnTo>
                  <a:cubicBezTo>
                    <a:pt x="25400" y="2671829"/>
                    <a:pt x="168275" y="2878407"/>
                    <a:pt x="344678" y="2878407"/>
                  </a:cubicBezTo>
                  <a:lnTo>
                    <a:pt x="4658868" y="2878407"/>
                  </a:lnTo>
                  <a:cubicBezTo>
                    <a:pt x="4835271" y="2878407"/>
                    <a:pt x="4978146" y="2671829"/>
                    <a:pt x="4978146" y="2417166"/>
                  </a:cubicBezTo>
                  <a:lnTo>
                    <a:pt x="4978146" y="498228"/>
                  </a:lnTo>
                  <a:cubicBezTo>
                    <a:pt x="4978273" y="243566"/>
                    <a:pt x="4835398" y="36988"/>
                    <a:pt x="4658995" y="36988"/>
                  </a:cubicBezTo>
                  <a:lnTo>
                    <a:pt x="344678" y="36988"/>
                  </a:lnTo>
                  <a:lnTo>
                    <a:pt x="344678" y="18494"/>
                  </a:lnTo>
                  <a:lnTo>
                    <a:pt x="344678" y="36988"/>
                  </a:lnTo>
                  <a:cubicBezTo>
                    <a:pt x="168275" y="36988"/>
                    <a:pt x="25400" y="243566"/>
                    <a:pt x="25400" y="498228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342114" y="4115134"/>
            <a:ext cx="3752736" cy="2205638"/>
            <a:chOff x="0" y="0"/>
            <a:chExt cx="5003648" cy="29408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8655"/>
              <a:ext cx="4978146" cy="2903484"/>
            </a:xfrm>
            <a:custGeom>
              <a:avLst/>
              <a:gdLst/>
              <a:ahLst/>
              <a:cxnLst/>
              <a:rect r="r" b="b" t="t" l="l"/>
              <a:pathLst>
                <a:path h="2903484" w="4978146">
                  <a:moveTo>
                    <a:pt x="0" y="483914"/>
                  </a:moveTo>
                  <a:cubicBezTo>
                    <a:pt x="0" y="216586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216586"/>
                    <a:pt x="4978146" y="483914"/>
                  </a:cubicBezTo>
                  <a:lnTo>
                    <a:pt x="4978146" y="2419570"/>
                  </a:lnTo>
                  <a:cubicBezTo>
                    <a:pt x="4978146" y="2686898"/>
                    <a:pt x="4829556" y="2903484"/>
                    <a:pt x="4646168" y="2903484"/>
                  </a:cubicBezTo>
                  <a:lnTo>
                    <a:pt x="331978" y="2903484"/>
                  </a:lnTo>
                  <a:cubicBezTo>
                    <a:pt x="148590" y="2903484"/>
                    <a:pt x="0" y="2686898"/>
                    <a:pt x="0" y="24195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03546" cy="2940794"/>
            </a:xfrm>
            <a:custGeom>
              <a:avLst/>
              <a:gdLst/>
              <a:ahLst/>
              <a:cxnLst/>
              <a:rect r="r" b="b" t="t" l="l"/>
              <a:pathLst>
                <a:path h="2940794" w="5003546">
                  <a:moveTo>
                    <a:pt x="0" y="502569"/>
                  </a:moveTo>
                  <a:cubicBezTo>
                    <a:pt x="0" y="224794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8655"/>
                  </a:lnTo>
                  <a:lnTo>
                    <a:pt x="4658868" y="0"/>
                  </a:lnTo>
                  <a:cubicBezTo>
                    <a:pt x="4849114" y="0"/>
                    <a:pt x="5003546" y="224794"/>
                    <a:pt x="5003546" y="502569"/>
                  </a:cubicBezTo>
                  <a:lnTo>
                    <a:pt x="4990846" y="502569"/>
                  </a:lnTo>
                  <a:lnTo>
                    <a:pt x="5003546" y="502569"/>
                  </a:lnTo>
                  <a:lnTo>
                    <a:pt x="5003546" y="2438225"/>
                  </a:lnTo>
                  <a:lnTo>
                    <a:pt x="4990846" y="2438225"/>
                  </a:lnTo>
                  <a:lnTo>
                    <a:pt x="5003546" y="2438225"/>
                  </a:lnTo>
                  <a:cubicBezTo>
                    <a:pt x="5003546" y="2716000"/>
                    <a:pt x="4849114" y="2940794"/>
                    <a:pt x="4658868" y="2940794"/>
                  </a:cubicBezTo>
                  <a:lnTo>
                    <a:pt x="4658868" y="2922139"/>
                  </a:lnTo>
                  <a:lnTo>
                    <a:pt x="4658868" y="2940794"/>
                  </a:lnTo>
                  <a:lnTo>
                    <a:pt x="344678" y="2940794"/>
                  </a:lnTo>
                  <a:lnTo>
                    <a:pt x="344678" y="2922139"/>
                  </a:lnTo>
                  <a:lnTo>
                    <a:pt x="344678" y="2940794"/>
                  </a:lnTo>
                  <a:cubicBezTo>
                    <a:pt x="154432" y="2940794"/>
                    <a:pt x="0" y="2716000"/>
                    <a:pt x="0" y="2438225"/>
                  </a:cubicBezTo>
                  <a:lnTo>
                    <a:pt x="0" y="502569"/>
                  </a:lnTo>
                  <a:lnTo>
                    <a:pt x="12700" y="502569"/>
                  </a:lnTo>
                  <a:lnTo>
                    <a:pt x="0" y="502569"/>
                  </a:lnTo>
                  <a:moveTo>
                    <a:pt x="25400" y="502569"/>
                  </a:moveTo>
                  <a:lnTo>
                    <a:pt x="25400" y="2438225"/>
                  </a:lnTo>
                  <a:lnTo>
                    <a:pt x="12700" y="2438225"/>
                  </a:lnTo>
                  <a:lnTo>
                    <a:pt x="25400" y="2438225"/>
                  </a:lnTo>
                  <a:cubicBezTo>
                    <a:pt x="25400" y="2695106"/>
                    <a:pt x="168275" y="2903484"/>
                    <a:pt x="344678" y="2903484"/>
                  </a:cubicBezTo>
                  <a:lnTo>
                    <a:pt x="4658868" y="2903484"/>
                  </a:lnTo>
                  <a:cubicBezTo>
                    <a:pt x="4835271" y="2903484"/>
                    <a:pt x="4978146" y="2695106"/>
                    <a:pt x="4978146" y="2438225"/>
                  </a:cubicBezTo>
                  <a:lnTo>
                    <a:pt x="4978146" y="502569"/>
                  </a:lnTo>
                  <a:cubicBezTo>
                    <a:pt x="4978273" y="245688"/>
                    <a:pt x="4835398" y="37310"/>
                    <a:pt x="4658995" y="37310"/>
                  </a:cubicBezTo>
                  <a:lnTo>
                    <a:pt x="344678" y="37310"/>
                  </a:lnTo>
                  <a:lnTo>
                    <a:pt x="344678" y="18655"/>
                  </a:lnTo>
                  <a:lnTo>
                    <a:pt x="344678" y="37310"/>
                  </a:lnTo>
                  <a:cubicBezTo>
                    <a:pt x="168275" y="37310"/>
                    <a:pt x="25400" y="245688"/>
                    <a:pt x="25400" y="502569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288173" y="6606521"/>
            <a:ext cx="3752736" cy="1779341"/>
            <a:chOff x="0" y="0"/>
            <a:chExt cx="5003648" cy="23724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5050"/>
              <a:ext cx="4978146" cy="2342311"/>
            </a:xfrm>
            <a:custGeom>
              <a:avLst/>
              <a:gdLst/>
              <a:ahLst/>
              <a:cxnLst/>
              <a:rect r="r" b="b" t="t" l="l"/>
              <a:pathLst>
                <a:path h="2342311" w="4978146">
                  <a:moveTo>
                    <a:pt x="0" y="390385"/>
                  </a:moveTo>
                  <a:cubicBezTo>
                    <a:pt x="0" y="174725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74725"/>
                    <a:pt x="4978146" y="390385"/>
                  </a:cubicBezTo>
                  <a:lnTo>
                    <a:pt x="4978146" y="1951925"/>
                  </a:lnTo>
                  <a:cubicBezTo>
                    <a:pt x="4978146" y="2167585"/>
                    <a:pt x="4829556" y="2342311"/>
                    <a:pt x="4646168" y="2342311"/>
                  </a:cubicBezTo>
                  <a:lnTo>
                    <a:pt x="331978" y="2342311"/>
                  </a:lnTo>
                  <a:cubicBezTo>
                    <a:pt x="148590" y="2342311"/>
                    <a:pt x="0" y="2167585"/>
                    <a:pt x="0" y="195192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03546" cy="2372410"/>
            </a:xfrm>
            <a:custGeom>
              <a:avLst/>
              <a:gdLst/>
              <a:ahLst/>
              <a:cxnLst/>
              <a:rect r="r" b="b" t="t" l="l"/>
              <a:pathLst>
                <a:path h="2372410" w="5003546">
                  <a:moveTo>
                    <a:pt x="0" y="405435"/>
                  </a:moveTo>
                  <a:cubicBezTo>
                    <a:pt x="0" y="181347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5050"/>
                  </a:lnTo>
                  <a:lnTo>
                    <a:pt x="4658868" y="0"/>
                  </a:lnTo>
                  <a:cubicBezTo>
                    <a:pt x="4849114" y="0"/>
                    <a:pt x="5003546" y="181347"/>
                    <a:pt x="5003546" y="405435"/>
                  </a:cubicBezTo>
                  <a:lnTo>
                    <a:pt x="4990846" y="405435"/>
                  </a:lnTo>
                  <a:lnTo>
                    <a:pt x="5003546" y="405435"/>
                  </a:lnTo>
                  <a:lnTo>
                    <a:pt x="5003546" y="1966975"/>
                  </a:lnTo>
                  <a:lnTo>
                    <a:pt x="4990846" y="1966975"/>
                  </a:lnTo>
                  <a:lnTo>
                    <a:pt x="5003546" y="1966975"/>
                  </a:lnTo>
                  <a:cubicBezTo>
                    <a:pt x="5003546" y="2191063"/>
                    <a:pt x="4849114" y="2372410"/>
                    <a:pt x="4658868" y="2372410"/>
                  </a:cubicBezTo>
                  <a:lnTo>
                    <a:pt x="4658868" y="2357361"/>
                  </a:lnTo>
                  <a:lnTo>
                    <a:pt x="4658868" y="2372410"/>
                  </a:lnTo>
                  <a:lnTo>
                    <a:pt x="344678" y="2372410"/>
                  </a:lnTo>
                  <a:lnTo>
                    <a:pt x="344678" y="2357361"/>
                  </a:lnTo>
                  <a:lnTo>
                    <a:pt x="344678" y="2372410"/>
                  </a:lnTo>
                  <a:cubicBezTo>
                    <a:pt x="154432" y="2372410"/>
                    <a:pt x="0" y="2191063"/>
                    <a:pt x="0" y="1966975"/>
                  </a:cubicBezTo>
                  <a:lnTo>
                    <a:pt x="0" y="405435"/>
                  </a:lnTo>
                  <a:lnTo>
                    <a:pt x="12700" y="405435"/>
                  </a:lnTo>
                  <a:lnTo>
                    <a:pt x="0" y="405435"/>
                  </a:lnTo>
                  <a:moveTo>
                    <a:pt x="25400" y="405435"/>
                  </a:moveTo>
                  <a:lnTo>
                    <a:pt x="25400" y="1966975"/>
                  </a:lnTo>
                  <a:lnTo>
                    <a:pt x="12700" y="1966975"/>
                  </a:lnTo>
                  <a:lnTo>
                    <a:pt x="25400" y="1966975"/>
                  </a:lnTo>
                  <a:cubicBezTo>
                    <a:pt x="25400" y="2174208"/>
                    <a:pt x="168275" y="2342311"/>
                    <a:pt x="344678" y="2342311"/>
                  </a:cubicBezTo>
                  <a:lnTo>
                    <a:pt x="4658868" y="2342311"/>
                  </a:lnTo>
                  <a:cubicBezTo>
                    <a:pt x="4835271" y="2342311"/>
                    <a:pt x="4978146" y="2174208"/>
                    <a:pt x="4978146" y="1966975"/>
                  </a:cubicBezTo>
                  <a:lnTo>
                    <a:pt x="4978146" y="405435"/>
                  </a:lnTo>
                  <a:cubicBezTo>
                    <a:pt x="4978273" y="198202"/>
                    <a:pt x="4835398" y="30099"/>
                    <a:pt x="4658995" y="30099"/>
                  </a:cubicBezTo>
                  <a:lnTo>
                    <a:pt x="344678" y="30099"/>
                  </a:lnTo>
                  <a:lnTo>
                    <a:pt x="344678" y="15050"/>
                  </a:lnTo>
                  <a:lnTo>
                    <a:pt x="344678" y="30099"/>
                  </a:lnTo>
                  <a:cubicBezTo>
                    <a:pt x="168275" y="30099"/>
                    <a:pt x="25400" y="198202"/>
                    <a:pt x="25400" y="405435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406183" y="6606521"/>
            <a:ext cx="3752736" cy="1779341"/>
            <a:chOff x="0" y="0"/>
            <a:chExt cx="5003648" cy="237245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5050"/>
              <a:ext cx="4978146" cy="2342311"/>
            </a:xfrm>
            <a:custGeom>
              <a:avLst/>
              <a:gdLst/>
              <a:ahLst/>
              <a:cxnLst/>
              <a:rect r="r" b="b" t="t" l="l"/>
              <a:pathLst>
                <a:path h="2342311" w="4978146">
                  <a:moveTo>
                    <a:pt x="0" y="390385"/>
                  </a:moveTo>
                  <a:cubicBezTo>
                    <a:pt x="0" y="174725"/>
                    <a:pt x="148590" y="0"/>
                    <a:pt x="331978" y="0"/>
                  </a:cubicBezTo>
                  <a:lnTo>
                    <a:pt x="4646168" y="0"/>
                  </a:lnTo>
                  <a:cubicBezTo>
                    <a:pt x="4829556" y="0"/>
                    <a:pt x="4978146" y="174725"/>
                    <a:pt x="4978146" y="390385"/>
                  </a:cubicBezTo>
                  <a:lnTo>
                    <a:pt x="4978146" y="1951925"/>
                  </a:lnTo>
                  <a:cubicBezTo>
                    <a:pt x="4978146" y="2167585"/>
                    <a:pt x="4829556" y="2342311"/>
                    <a:pt x="4646168" y="2342311"/>
                  </a:cubicBezTo>
                  <a:lnTo>
                    <a:pt x="331978" y="2342311"/>
                  </a:lnTo>
                  <a:cubicBezTo>
                    <a:pt x="148590" y="2342311"/>
                    <a:pt x="0" y="2167585"/>
                    <a:pt x="0" y="195192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03546" cy="2372410"/>
            </a:xfrm>
            <a:custGeom>
              <a:avLst/>
              <a:gdLst/>
              <a:ahLst/>
              <a:cxnLst/>
              <a:rect r="r" b="b" t="t" l="l"/>
              <a:pathLst>
                <a:path h="2372410" w="5003546">
                  <a:moveTo>
                    <a:pt x="0" y="405435"/>
                  </a:moveTo>
                  <a:cubicBezTo>
                    <a:pt x="0" y="181347"/>
                    <a:pt x="154432" y="0"/>
                    <a:pt x="344678" y="0"/>
                  </a:cubicBezTo>
                  <a:lnTo>
                    <a:pt x="4658868" y="0"/>
                  </a:lnTo>
                  <a:lnTo>
                    <a:pt x="4658868" y="15050"/>
                  </a:lnTo>
                  <a:lnTo>
                    <a:pt x="4658868" y="0"/>
                  </a:lnTo>
                  <a:cubicBezTo>
                    <a:pt x="4849114" y="0"/>
                    <a:pt x="5003546" y="181347"/>
                    <a:pt x="5003546" y="405435"/>
                  </a:cubicBezTo>
                  <a:lnTo>
                    <a:pt x="4990846" y="405435"/>
                  </a:lnTo>
                  <a:lnTo>
                    <a:pt x="5003546" y="405435"/>
                  </a:lnTo>
                  <a:lnTo>
                    <a:pt x="5003546" y="1966975"/>
                  </a:lnTo>
                  <a:lnTo>
                    <a:pt x="4990846" y="1966975"/>
                  </a:lnTo>
                  <a:lnTo>
                    <a:pt x="5003546" y="1966975"/>
                  </a:lnTo>
                  <a:cubicBezTo>
                    <a:pt x="5003546" y="2191063"/>
                    <a:pt x="4849114" y="2372410"/>
                    <a:pt x="4658868" y="2372410"/>
                  </a:cubicBezTo>
                  <a:lnTo>
                    <a:pt x="4658868" y="2357361"/>
                  </a:lnTo>
                  <a:lnTo>
                    <a:pt x="4658868" y="2372410"/>
                  </a:lnTo>
                  <a:lnTo>
                    <a:pt x="344678" y="2372410"/>
                  </a:lnTo>
                  <a:lnTo>
                    <a:pt x="344678" y="2357361"/>
                  </a:lnTo>
                  <a:lnTo>
                    <a:pt x="344678" y="2372410"/>
                  </a:lnTo>
                  <a:cubicBezTo>
                    <a:pt x="154432" y="2372410"/>
                    <a:pt x="0" y="2191063"/>
                    <a:pt x="0" y="1966975"/>
                  </a:cubicBezTo>
                  <a:lnTo>
                    <a:pt x="0" y="405435"/>
                  </a:lnTo>
                  <a:lnTo>
                    <a:pt x="12700" y="405435"/>
                  </a:lnTo>
                  <a:lnTo>
                    <a:pt x="0" y="405435"/>
                  </a:lnTo>
                  <a:moveTo>
                    <a:pt x="25400" y="405435"/>
                  </a:moveTo>
                  <a:lnTo>
                    <a:pt x="25400" y="1966975"/>
                  </a:lnTo>
                  <a:lnTo>
                    <a:pt x="12700" y="1966975"/>
                  </a:lnTo>
                  <a:lnTo>
                    <a:pt x="25400" y="1966975"/>
                  </a:lnTo>
                  <a:cubicBezTo>
                    <a:pt x="25400" y="2174208"/>
                    <a:pt x="168275" y="2342311"/>
                    <a:pt x="344678" y="2342311"/>
                  </a:cubicBezTo>
                  <a:lnTo>
                    <a:pt x="4658868" y="2342311"/>
                  </a:lnTo>
                  <a:cubicBezTo>
                    <a:pt x="4835271" y="2342311"/>
                    <a:pt x="4978146" y="2174208"/>
                    <a:pt x="4978146" y="1966975"/>
                  </a:cubicBezTo>
                  <a:lnTo>
                    <a:pt x="4978146" y="405435"/>
                  </a:lnTo>
                  <a:cubicBezTo>
                    <a:pt x="4978273" y="198202"/>
                    <a:pt x="4835398" y="30099"/>
                    <a:pt x="4658995" y="30099"/>
                  </a:cubicBezTo>
                  <a:lnTo>
                    <a:pt x="344678" y="30099"/>
                  </a:lnTo>
                  <a:lnTo>
                    <a:pt x="344678" y="15050"/>
                  </a:lnTo>
                  <a:lnTo>
                    <a:pt x="344678" y="30099"/>
                  </a:lnTo>
                  <a:cubicBezTo>
                    <a:pt x="168275" y="30099"/>
                    <a:pt x="25400" y="198202"/>
                    <a:pt x="25400" y="405435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325069" y="8671613"/>
            <a:ext cx="7851686" cy="911123"/>
            <a:chOff x="0" y="0"/>
            <a:chExt cx="10468915" cy="12148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68864" cy="1214800"/>
            </a:xfrm>
            <a:custGeom>
              <a:avLst/>
              <a:gdLst/>
              <a:ahLst/>
              <a:cxnLst/>
              <a:rect r="r" b="b" t="t" l="l"/>
              <a:pathLst>
                <a:path h="1214800" w="10468864">
                  <a:moveTo>
                    <a:pt x="0" y="202467"/>
                  </a:moveTo>
                  <a:cubicBezTo>
                    <a:pt x="0" y="90581"/>
                    <a:pt x="75057" y="0"/>
                    <a:pt x="167767" y="0"/>
                  </a:cubicBezTo>
                  <a:lnTo>
                    <a:pt x="10301098" y="0"/>
                  </a:lnTo>
                  <a:cubicBezTo>
                    <a:pt x="10393807" y="0"/>
                    <a:pt x="10468864" y="90581"/>
                    <a:pt x="10468864" y="202467"/>
                  </a:cubicBezTo>
                  <a:lnTo>
                    <a:pt x="10468864" y="1012334"/>
                  </a:lnTo>
                  <a:cubicBezTo>
                    <a:pt x="10468864" y="1124219"/>
                    <a:pt x="10393807" y="1214800"/>
                    <a:pt x="10301098" y="1214800"/>
                  </a:cubicBezTo>
                  <a:lnTo>
                    <a:pt x="167767" y="1214800"/>
                  </a:lnTo>
                  <a:cubicBezTo>
                    <a:pt x="75057" y="1214800"/>
                    <a:pt x="0" y="1124219"/>
                    <a:pt x="0" y="1012334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416875" y="8333315"/>
            <a:ext cx="1762952" cy="1440062"/>
            <a:chOff x="0" y="0"/>
            <a:chExt cx="2350603" cy="192008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213676" y="0"/>
              <a:ext cx="1955972" cy="1920082"/>
              <a:chOff x="0" y="0"/>
              <a:chExt cx="812800" cy="79788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797886"/>
              </a:xfrm>
              <a:custGeom>
                <a:avLst/>
                <a:gdLst/>
                <a:ahLst/>
                <a:cxnLst/>
                <a:rect r="r" b="b" t="t" l="l"/>
                <a:pathLst>
                  <a:path h="797886" w="812800">
                    <a:moveTo>
                      <a:pt x="406400" y="0"/>
                    </a:moveTo>
                    <a:cubicBezTo>
                      <a:pt x="181951" y="0"/>
                      <a:pt x="0" y="178613"/>
                      <a:pt x="0" y="398943"/>
                    </a:cubicBezTo>
                    <a:cubicBezTo>
                      <a:pt x="0" y="619273"/>
                      <a:pt x="181951" y="797886"/>
                      <a:pt x="406400" y="797886"/>
                    </a:cubicBezTo>
                    <a:cubicBezTo>
                      <a:pt x="630849" y="797886"/>
                      <a:pt x="812800" y="619273"/>
                      <a:pt x="812800" y="398943"/>
                    </a:cubicBezTo>
                    <a:cubicBezTo>
                      <a:pt x="812800" y="17861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BF5EA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74802"/>
                <a:ext cx="660400" cy="648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1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0" y="129215"/>
              <a:ext cx="2350603" cy="1661651"/>
            </a:xfrm>
            <a:custGeom>
              <a:avLst/>
              <a:gdLst/>
              <a:ahLst/>
              <a:cxnLst/>
              <a:rect r="r" b="b" t="t" l="l"/>
              <a:pathLst>
                <a:path h="1661651" w="2350603">
                  <a:moveTo>
                    <a:pt x="0" y="0"/>
                  </a:moveTo>
                  <a:lnTo>
                    <a:pt x="2350603" y="0"/>
                  </a:lnTo>
                  <a:lnTo>
                    <a:pt x="2350603" y="1661652"/>
                  </a:lnTo>
                  <a:lnTo>
                    <a:pt x="0" y="166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471324" y="1002840"/>
            <a:ext cx="5648276" cy="6868599"/>
          </a:xfrm>
          <a:custGeom>
            <a:avLst/>
            <a:gdLst/>
            <a:ahLst/>
            <a:cxnLst/>
            <a:rect r="r" b="b" t="t" l="l"/>
            <a:pathLst>
              <a:path h="6868599" w="5648276">
                <a:moveTo>
                  <a:pt x="0" y="0"/>
                </a:moveTo>
                <a:lnTo>
                  <a:pt x="5648277" y="0"/>
                </a:lnTo>
                <a:lnTo>
                  <a:pt x="5648277" y="6868600"/>
                </a:lnTo>
                <a:lnTo>
                  <a:pt x="0" y="6868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6027" r="0" b="-41999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318074" y="1019175"/>
            <a:ext cx="770998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B76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PROBIOTICO ARTESANAL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18074" y="1389793"/>
            <a:ext cx="784725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>
                <a:solidFill>
                  <a:srgbClr val="732135"/>
                </a:solidFill>
                <a:latin typeface="Georgia"/>
                <a:ea typeface="Georgia"/>
                <a:cs typeface="Georgia"/>
                <a:sym typeface="Georgia"/>
              </a:rPr>
              <a:t>Kéfir </a:t>
            </a:r>
            <a:r>
              <a:rPr lang="en-US" sz="5404">
                <a:solidFill>
                  <a:srgbClr val="732135"/>
                </a:solidFill>
                <a:latin typeface="Georgia"/>
                <a:ea typeface="Georgia"/>
                <a:cs typeface="Georgia"/>
                <a:sym typeface="Georgia"/>
              </a:rPr>
              <a:t>de Leche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25069" y="2376383"/>
            <a:ext cx="775116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Bebida probiótica artesanal de consumo diario para hábitos de bienestar.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93706" y="3497771"/>
            <a:ext cx="1807493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 L / 1/2 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612928" y="3497771"/>
            <a:ext cx="161061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Bs.- 40/ Bs.- 25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544697" y="4362555"/>
            <a:ext cx="119509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44697" y="4691996"/>
            <a:ext cx="308408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Alimento lácteo fermentado vivo y artesanal, obtenido mediante la acción de nódulos de kéfir en leche entera. Un superalimento natural libre de conservantes.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662716" y="4362555"/>
            <a:ext cx="937617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BENEFICIO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662716" y="4691996"/>
            <a:ext cx="3084081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Restaura y fortalece la micro biota intestinal gracias a sus billones de bacterias benéficas y levaduras. Mejora la digestión, reduce la inflamación abdominal, combate el estreñimiento y potencia el sistema inmunológico.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08765" y="6853942"/>
            <a:ext cx="126623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DOSIFICACION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08765" y="7183384"/>
            <a:ext cx="308408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Iniciar el consumo con 5 ml al día en ayunas e incrementar progresivamente la cantidad hasta llegar a consumir un vaso diario.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726785" y="6853942"/>
            <a:ext cx="3084081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2D5A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RECOMENDACION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726785" y="7183384"/>
            <a:ext cx="308408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Mantener refrigerado y consumir dentro del periodo de vida útil del producto. Puede consumir solo, endulzado con miel o combinado con batidos de frutas y cereales.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466742" y="8795438"/>
            <a:ext cx="7568341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vida útil del producto es de 15 días a partir de su elaboración, por</a:t>
            </a:r>
          </a:p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ello este producto se elabora únicamente a pedido con 1 día de anticipación</a:t>
            </a:r>
            <a:r>
              <a:rPr lang="en-US" sz="1576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5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7618333" cy="10295039"/>
            <a:chOff x="0" y="0"/>
            <a:chExt cx="10157778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577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157714">
                  <a:moveTo>
                    <a:pt x="0" y="0"/>
                  </a:moveTo>
                  <a:lnTo>
                    <a:pt x="10157714" y="0"/>
                  </a:lnTo>
                  <a:lnTo>
                    <a:pt x="101577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E3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62126" y="1161783"/>
            <a:ext cx="5582345" cy="30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B76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HAZ TU PEDIDO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2126" y="1614764"/>
            <a:ext cx="5582345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>
                <a:solidFill>
                  <a:srgbClr val="732135"/>
                </a:solidFill>
                <a:latin typeface="Georgia"/>
                <a:ea typeface="Georgia"/>
                <a:cs typeface="Georgia"/>
                <a:sym typeface="Georgia"/>
              </a:rPr>
              <a:t>ArteSana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7028" y="2763612"/>
            <a:ext cx="5513708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Productos artesanales para una rutina natural, practica y sensorial.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58544" y="3912118"/>
            <a:ext cx="3689433" cy="2608078"/>
            <a:chOff x="0" y="0"/>
            <a:chExt cx="4919243" cy="3477438"/>
          </a:xfrm>
        </p:grpSpPr>
        <p:sp>
          <p:nvSpPr>
            <p:cNvPr name="Freeform 10" id="10" descr="1_20260517_195608_0000.png"/>
            <p:cNvSpPr/>
            <p:nvPr/>
          </p:nvSpPr>
          <p:spPr>
            <a:xfrm flipH="false" flipV="false" rot="0">
              <a:off x="0" y="0"/>
              <a:ext cx="4919218" cy="3477387"/>
            </a:xfrm>
            <a:custGeom>
              <a:avLst/>
              <a:gdLst/>
              <a:ahLst/>
              <a:cxnLst/>
              <a:rect r="r" b="b" t="t" l="l"/>
              <a:pathLst>
                <a:path h="3477387" w="4919218">
                  <a:moveTo>
                    <a:pt x="0" y="0"/>
                  </a:moveTo>
                  <a:lnTo>
                    <a:pt x="4919218" y="0"/>
                  </a:lnTo>
                  <a:lnTo>
                    <a:pt x="4919218" y="3477387"/>
                  </a:lnTo>
                  <a:lnTo>
                    <a:pt x="0" y="347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17028" y="7238524"/>
            <a:ext cx="571961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Contactanos al +591 68703773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7028" y="7860430"/>
            <a:ext cx="5719610" cy="30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Facebook: ArteSana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7028" y="8340862"/>
            <a:ext cx="585687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Delivery gratis hasta 4to anillo los dias jueves Santa Cruz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336318" y="1116063"/>
            <a:ext cx="3890000" cy="4850873"/>
            <a:chOff x="0" y="0"/>
            <a:chExt cx="5186667" cy="64678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5161153" cy="6442456"/>
            </a:xfrm>
            <a:custGeom>
              <a:avLst/>
              <a:gdLst/>
              <a:ahLst/>
              <a:cxnLst/>
              <a:rect r="r" b="b" t="t" l="l"/>
              <a:pathLst>
                <a:path h="6442456" w="5161153">
                  <a:moveTo>
                    <a:pt x="0" y="861060"/>
                  </a:moveTo>
                  <a:cubicBezTo>
                    <a:pt x="0" y="385572"/>
                    <a:pt x="385191" y="0"/>
                    <a:pt x="860298" y="0"/>
                  </a:cubicBezTo>
                  <a:lnTo>
                    <a:pt x="4300982" y="0"/>
                  </a:lnTo>
                  <a:cubicBezTo>
                    <a:pt x="4776089" y="0"/>
                    <a:pt x="5161153" y="385572"/>
                    <a:pt x="5161153" y="861060"/>
                  </a:cubicBezTo>
                  <a:lnTo>
                    <a:pt x="5161153" y="5581396"/>
                  </a:lnTo>
                  <a:cubicBezTo>
                    <a:pt x="5161153" y="6057011"/>
                    <a:pt x="4775962" y="6442456"/>
                    <a:pt x="4300982" y="6442456"/>
                  </a:cubicBezTo>
                  <a:lnTo>
                    <a:pt x="860298" y="6442456"/>
                  </a:lnTo>
                  <a:cubicBezTo>
                    <a:pt x="385191" y="6442456"/>
                    <a:pt x="0" y="6056884"/>
                    <a:pt x="0" y="55813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86680" cy="6467856"/>
            </a:xfrm>
            <a:custGeom>
              <a:avLst/>
              <a:gdLst/>
              <a:ahLst/>
              <a:cxnLst/>
              <a:rect r="r" b="b" t="t" l="l"/>
              <a:pathLst>
                <a:path h="6467856" w="5186680">
                  <a:moveTo>
                    <a:pt x="0" y="873760"/>
                  </a:moveTo>
                  <a:cubicBezTo>
                    <a:pt x="0" y="391160"/>
                    <a:pt x="390779" y="0"/>
                    <a:pt x="872998" y="0"/>
                  </a:cubicBezTo>
                  <a:lnTo>
                    <a:pt x="4313682" y="0"/>
                  </a:lnTo>
                  <a:lnTo>
                    <a:pt x="4313682" y="12700"/>
                  </a:lnTo>
                  <a:lnTo>
                    <a:pt x="4313682" y="0"/>
                  </a:lnTo>
                  <a:cubicBezTo>
                    <a:pt x="4795774" y="0"/>
                    <a:pt x="5186680" y="391160"/>
                    <a:pt x="5186680" y="873760"/>
                  </a:cubicBezTo>
                  <a:lnTo>
                    <a:pt x="5173980" y="873760"/>
                  </a:lnTo>
                  <a:lnTo>
                    <a:pt x="5186680" y="873760"/>
                  </a:lnTo>
                  <a:lnTo>
                    <a:pt x="5186680" y="5594096"/>
                  </a:lnTo>
                  <a:lnTo>
                    <a:pt x="5173980" y="5594096"/>
                  </a:lnTo>
                  <a:lnTo>
                    <a:pt x="5186680" y="5594096"/>
                  </a:lnTo>
                  <a:cubicBezTo>
                    <a:pt x="5186680" y="6076696"/>
                    <a:pt x="4795901" y="6467856"/>
                    <a:pt x="4313682" y="6467856"/>
                  </a:cubicBezTo>
                  <a:lnTo>
                    <a:pt x="4313682" y="6455156"/>
                  </a:lnTo>
                  <a:lnTo>
                    <a:pt x="4313682" y="6467856"/>
                  </a:lnTo>
                  <a:lnTo>
                    <a:pt x="872998" y="6467856"/>
                  </a:lnTo>
                  <a:lnTo>
                    <a:pt x="872998" y="6455156"/>
                  </a:lnTo>
                  <a:lnTo>
                    <a:pt x="872998" y="6467856"/>
                  </a:lnTo>
                  <a:cubicBezTo>
                    <a:pt x="390779" y="6467856"/>
                    <a:pt x="0" y="6076569"/>
                    <a:pt x="0" y="5594096"/>
                  </a:cubicBezTo>
                  <a:lnTo>
                    <a:pt x="0" y="873760"/>
                  </a:lnTo>
                  <a:lnTo>
                    <a:pt x="12700" y="873760"/>
                  </a:lnTo>
                  <a:lnTo>
                    <a:pt x="0" y="873760"/>
                  </a:lnTo>
                  <a:moveTo>
                    <a:pt x="25400" y="873760"/>
                  </a:moveTo>
                  <a:lnTo>
                    <a:pt x="25400" y="5594096"/>
                  </a:lnTo>
                  <a:lnTo>
                    <a:pt x="12700" y="5594096"/>
                  </a:lnTo>
                  <a:lnTo>
                    <a:pt x="25400" y="5594096"/>
                  </a:lnTo>
                  <a:cubicBezTo>
                    <a:pt x="25400" y="6062599"/>
                    <a:pt x="404876" y="6442456"/>
                    <a:pt x="872871" y="6442456"/>
                  </a:cubicBezTo>
                  <a:lnTo>
                    <a:pt x="4313682" y="6442456"/>
                  </a:lnTo>
                  <a:cubicBezTo>
                    <a:pt x="4781677" y="6442456"/>
                    <a:pt x="5161153" y="6062599"/>
                    <a:pt x="5161153" y="5594096"/>
                  </a:cubicBezTo>
                  <a:lnTo>
                    <a:pt x="5161153" y="873760"/>
                  </a:lnTo>
                  <a:cubicBezTo>
                    <a:pt x="5161280" y="405257"/>
                    <a:pt x="4781804" y="25400"/>
                    <a:pt x="4313682" y="25400"/>
                  </a:cubicBezTo>
                  <a:lnTo>
                    <a:pt x="872998" y="25400"/>
                  </a:lnTo>
                  <a:lnTo>
                    <a:pt x="872998" y="12700"/>
                  </a:lnTo>
                  <a:lnTo>
                    <a:pt x="872998" y="25400"/>
                  </a:lnTo>
                  <a:cubicBezTo>
                    <a:pt x="404876" y="25400"/>
                    <a:pt x="25400" y="405257"/>
                    <a:pt x="25400" y="873760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702745" y="1903981"/>
            <a:ext cx="3157147" cy="2231803"/>
            <a:chOff x="0" y="0"/>
            <a:chExt cx="4209529" cy="2975737"/>
          </a:xfrm>
        </p:grpSpPr>
        <p:sp>
          <p:nvSpPr>
            <p:cNvPr name="Freeform 18" id="18" descr="3_20260517_195608_0002.png"/>
            <p:cNvSpPr/>
            <p:nvPr/>
          </p:nvSpPr>
          <p:spPr>
            <a:xfrm flipH="false" flipV="false" rot="0">
              <a:off x="0" y="0"/>
              <a:ext cx="4209542" cy="2975737"/>
            </a:xfrm>
            <a:custGeom>
              <a:avLst/>
              <a:gdLst/>
              <a:ahLst/>
              <a:cxnLst/>
              <a:rect r="r" b="b" t="t" l="l"/>
              <a:pathLst>
                <a:path h="2975737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975737"/>
                  </a:lnTo>
                  <a:lnTo>
                    <a:pt x="0" y="2975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656920" y="4831023"/>
            <a:ext cx="3248797" cy="38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732135"/>
                </a:solidFill>
                <a:latin typeface="Georgia"/>
                <a:ea typeface="Georgia"/>
                <a:cs typeface="Georgia"/>
                <a:sym typeface="Georgia"/>
              </a:rPr>
              <a:t>WhatsApp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29460" y="5371690"/>
            <a:ext cx="3248797" cy="23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Escanea y realiza tu pedido.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003406" y="1116063"/>
            <a:ext cx="3890000" cy="4850873"/>
            <a:chOff x="0" y="0"/>
            <a:chExt cx="5186667" cy="64678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5161153" cy="6442456"/>
            </a:xfrm>
            <a:custGeom>
              <a:avLst/>
              <a:gdLst/>
              <a:ahLst/>
              <a:cxnLst/>
              <a:rect r="r" b="b" t="t" l="l"/>
              <a:pathLst>
                <a:path h="6442456" w="5161153">
                  <a:moveTo>
                    <a:pt x="0" y="861060"/>
                  </a:moveTo>
                  <a:cubicBezTo>
                    <a:pt x="0" y="385572"/>
                    <a:pt x="385191" y="0"/>
                    <a:pt x="860298" y="0"/>
                  </a:cubicBezTo>
                  <a:lnTo>
                    <a:pt x="4300982" y="0"/>
                  </a:lnTo>
                  <a:cubicBezTo>
                    <a:pt x="4776089" y="0"/>
                    <a:pt x="5161153" y="385572"/>
                    <a:pt x="5161153" y="861060"/>
                  </a:cubicBezTo>
                  <a:lnTo>
                    <a:pt x="5161153" y="5581396"/>
                  </a:lnTo>
                  <a:cubicBezTo>
                    <a:pt x="5161153" y="6057011"/>
                    <a:pt x="4775962" y="6442456"/>
                    <a:pt x="4300982" y="6442456"/>
                  </a:cubicBezTo>
                  <a:lnTo>
                    <a:pt x="860298" y="6442456"/>
                  </a:lnTo>
                  <a:cubicBezTo>
                    <a:pt x="385191" y="6442456"/>
                    <a:pt x="0" y="6056884"/>
                    <a:pt x="0" y="55813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86680" cy="6467856"/>
            </a:xfrm>
            <a:custGeom>
              <a:avLst/>
              <a:gdLst/>
              <a:ahLst/>
              <a:cxnLst/>
              <a:rect r="r" b="b" t="t" l="l"/>
              <a:pathLst>
                <a:path h="6467856" w="5186680">
                  <a:moveTo>
                    <a:pt x="0" y="873760"/>
                  </a:moveTo>
                  <a:cubicBezTo>
                    <a:pt x="0" y="391160"/>
                    <a:pt x="390779" y="0"/>
                    <a:pt x="872998" y="0"/>
                  </a:cubicBezTo>
                  <a:lnTo>
                    <a:pt x="4313682" y="0"/>
                  </a:lnTo>
                  <a:lnTo>
                    <a:pt x="4313682" y="12700"/>
                  </a:lnTo>
                  <a:lnTo>
                    <a:pt x="4313682" y="0"/>
                  </a:lnTo>
                  <a:cubicBezTo>
                    <a:pt x="4795774" y="0"/>
                    <a:pt x="5186680" y="391160"/>
                    <a:pt x="5186680" y="873760"/>
                  </a:cubicBezTo>
                  <a:lnTo>
                    <a:pt x="5173980" y="873760"/>
                  </a:lnTo>
                  <a:lnTo>
                    <a:pt x="5186680" y="873760"/>
                  </a:lnTo>
                  <a:lnTo>
                    <a:pt x="5186680" y="5594096"/>
                  </a:lnTo>
                  <a:lnTo>
                    <a:pt x="5173980" y="5594096"/>
                  </a:lnTo>
                  <a:lnTo>
                    <a:pt x="5186680" y="5594096"/>
                  </a:lnTo>
                  <a:cubicBezTo>
                    <a:pt x="5186680" y="6076696"/>
                    <a:pt x="4795901" y="6467856"/>
                    <a:pt x="4313682" y="6467856"/>
                  </a:cubicBezTo>
                  <a:lnTo>
                    <a:pt x="4313682" y="6455156"/>
                  </a:lnTo>
                  <a:lnTo>
                    <a:pt x="4313682" y="6467856"/>
                  </a:lnTo>
                  <a:lnTo>
                    <a:pt x="872998" y="6467856"/>
                  </a:lnTo>
                  <a:lnTo>
                    <a:pt x="872998" y="6455156"/>
                  </a:lnTo>
                  <a:lnTo>
                    <a:pt x="872998" y="6467856"/>
                  </a:lnTo>
                  <a:cubicBezTo>
                    <a:pt x="390779" y="6467856"/>
                    <a:pt x="0" y="6076569"/>
                    <a:pt x="0" y="5594096"/>
                  </a:cubicBezTo>
                  <a:lnTo>
                    <a:pt x="0" y="873760"/>
                  </a:lnTo>
                  <a:lnTo>
                    <a:pt x="12700" y="873760"/>
                  </a:lnTo>
                  <a:lnTo>
                    <a:pt x="0" y="873760"/>
                  </a:lnTo>
                  <a:moveTo>
                    <a:pt x="25400" y="873760"/>
                  </a:moveTo>
                  <a:lnTo>
                    <a:pt x="25400" y="5594096"/>
                  </a:lnTo>
                  <a:lnTo>
                    <a:pt x="12700" y="5594096"/>
                  </a:lnTo>
                  <a:lnTo>
                    <a:pt x="25400" y="5594096"/>
                  </a:lnTo>
                  <a:cubicBezTo>
                    <a:pt x="25400" y="6062599"/>
                    <a:pt x="404876" y="6442456"/>
                    <a:pt x="872871" y="6442456"/>
                  </a:cubicBezTo>
                  <a:lnTo>
                    <a:pt x="4313682" y="6442456"/>
                  </a:lnTo>
                  <a:cubicBezTo>
                    <a:pt x="4781677" y="6442456"/>
                    <a:pt x="5161153" y="6062599"/>
                    <a:pt x="5161153" y="5594096"/>
                  </a:cubicBezTo>
                  <a:lnTo>
                    <a:pt x="5161153" y="873760"/>
                  </a:lnTo>
                  <a:cubicBezTo>
                    <a:pt x="5161280" y="405257"/>
                    <a:pt x="4781804" y="25400"/>
                    <a:pt x="4313682" y="25400"/>
                  </a:cubicBezTo>
                  <a:lnTo>
                    <a:pt x="872998" y="25400"/>
                  </a:lnTo>
                  <a:lnTo>
                    <a:pt x="872998" y="12700"/>
                  </a:lnTo>
                  <a:lnTo>
                    <a:pt x="872998" y="25400"/>
                  </a:lnTo>
                  <a:cubicBezTo>
                    <a:pt x="404876" y="25400"/>
                    <a:pt x="25400" y="405257"/>
                    <a:pt x="25400" y="873760"/>
                  </a:cubicBezTo>
                  <a:close/>
                </a:path>
              </a:pathLst>
            </a:custGeom>
            <a:solidFill>
              <a:srgbClr val="E1CFC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369833" y="1903981"/>
            <a:ext cx="3157147" cy="2231803"/>
            <a:chOff x="0" y="0"/>
            <a:chExt cx="4209529" cy="2975737"/>
          </a:xfrm>
        </p:grpSpPr>
        <p:sp>
          <p:nvSpPr>
            <p:cNvPr name="Freeform 25" id="25" descr="2_20260517_195608_0001.png"/>
            <p:cNvSpPr/>
            <p:nvPr/>
          </p:nvSpPr>
          <p:spPr>
            <a:xfrm flipH="false" flipV="false" rot="0">
              <a:off x="0" y="0"/>
              <a:ext cx="4209542" cy="2975737"/>
            </a:xfrm>
            <a:custGeom>
              <a:avLst/>
              <a:gdLst/>
              <a:ahLst/>
              <a:cxnLst/>
              <a:rect r="r" b="b" t="t" l="l"/>
              <a:pathLst>
                <a:path h="2975737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975737"/>
                  </a:lnTo>
                  <a:lnTo>
                    <a:pt x="0" y="2975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296548" y="4831023"/>
            <a:ext cx="3248797" cy="38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732135"/>
                </a:solidFill>
                <a:latin typeface="Georgia"/>
                <a:ea typeface="Georgia"/>
                <a:cs typeface="Georgia"/>
                <a:sym typeface="Georgia"/>
              </a:rPr>
              <a:t>Pago digital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56780" y="5371690"/>
            <a:ext cx="158323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>
                <a:solidFill>
                  <a:srgbClr val="2F2E2B"/>
                </a:solidFill>
                <a:latin typeface="Montserrat"/>
                <a:ea typeface="Montserrat"/>
                <a:cs typeface="Montserrat"/>
                <a:sym typeface="Montserrat"/>
              </a:rPr>
              <a:t>Forma de pago.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345853" y="6561372"/>
            <a:ext cx="8538020" cy="1811931"/>
            <a:chOff x="0" y="0"/>
            <a:chExt cx="11384026" cy="24159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384026" cy="2415921"/>
            </a:xfrm>
            <a:custGeom>
              <a:avLst/>
              <a:gdLst/>
              <a:ahLst/>
              <a:cxnLst/>
              <a:rect r="r" b="b" t="t" l="l"/>
              <a:pathLst>
                <a:path h="2415921" w="11384026">
                  <a:moveTo>
                    <a:pt x="0" y="402717"/>
                  </a:moveTo>
                  <a:cubicBezTo>
                    <a:pt x="0" y="180213"/>
                    <a:pt x="180213" y="0"/>
                    <a:pt x="402717" y="0"/>
                  </a:cubicBezTo>
                  <a:lnTo>
                    <a:pt x="10981309" y="0"/>
                  </a:lnTo>
                  <a:cubicBezTo>
                    <a:pt x="11203686" y="0"/>
                    <a:pt x="11384026" y="180213"/>
                    <a:pt x="11384026" y="402717"/>
                  </a:cubicBezTo>
                  <a:lnTo>
                    <a:pt x="11384026" y="2013204"/>
                  </a:lnTo>
                  <a:cubicBezTo>
                    <a:pt x="11384026" y="2235581"/>
                    <a:pt x="11203813" y="2415921"/>
                    <a:pt x="10981309" y="2415921"/>
                  </a:cubicBezTo>
                  <a:lnTo>
                    <a:pt x="402717" y="2415921"/>
                  </a:lnTo>
                  <a:cubicBezTo>
                    <a:pt x="180213" y="2415921"/>
                    <a:pt x="0" y="2235581"/>
                    <a:pt x="0" y="2013204"/>
                  </a:cubicBezTo>
                  <a:close/>
                </a:path>
              </a:pathLst>
            </a:custGeom>
            <a:solidFill>
              <a:srgbClr val="732135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876548" y="6895357"/>
            <a:ext cx="420781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Combos Mes de Mamá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876548" y="7485602"/>
            <a:ext cx="585687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Jabón </a:t>
            </a:r>
            <a:r>
              <a:rPr lang="en-US" sz="17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 Arroz + Crema Facial + Shampoo Anti-Stress. Pregunta por disponibilidad y precio final.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962127" y="7137892"/>
            <a:ext cx="1304039" cy="521618"/>
            <a:chOff x="0" y="0"/>
            <a:chExt cx="1738719" cy="6954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38757" cy="695579"/>
            </a:xfrm>
            <a:custGeom>
              <a:avLst/>
              <a:gdLst/>
              <a:ahLst/>
              <a:cxnLst/>
              <a:rect r="r" b="b" t="t" l="l"/>
              <a:pathLst>
                <a:path h="695579" w="1738757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1622806" y="0"/>
                  </a:lnTo>
                  <a:cubicBezTo>
                    <a:pt x="1686814" y="0"/>
                    <a:pt x="1738757" y="51943"/>
                    <a:pt x="1738757" y="115951"/>
                  </a:cubicBezTo>
                  <a:lnTo>
                    <a:pt x="1738757" y="579628"/>
                  </a:lnTo>
                  <a:cubicBezTo>
                    <a:pt x="1738757" y="643636"/>
                    <a:pt x="1686814" y="695579"/>
                    <a:pt x="1622806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FBE3E4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5206065" y="7279700"/>
            <a:ext cx="81617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7321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Bs.- 150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DAHKDEoawZM</dc:identifier>
  <dcterms:modified xsi:type="dcterms:W3CDTF">2011-08-01T06:04:30Z</dcterms:modified>
  <cp:revision>1</cp:revision>
  <dc:title>catalogo-artesana.pptx</dc:title>
</cp:coreProperties>
</file>